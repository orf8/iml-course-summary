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55FABE-5E4A-49A4-80C7-7195C027F1C1}" v="30" dt="2026-02-07T17:34:06.7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 Forshmit" userId="7c842d5c4cf4431e" providerId="LiveId" clId="{E409A72B-5ED7-4D73-9396-E605A8B45686}"/>
    <pc:docChg chg="undo redo custSel addSld modSld">
      <pc:chgData name="Or Forshmit" userId="7c842d5c4cf4431e" providerId="LiveId" clId="{E409A72B-5ED7-4D73-9396-E605A8B45686}" dt="2026-02-04T19:05:05.937" v="306" actId="14100"/>
      <pc:docMkLst>
        <pc:docMk/>
      </pc:docMkLst>
      <pc:sldChg chg="addSp delSp modSp new mod modNotesTx">
        <pc:chgData name="Or Forshmit" userId="7c842d5c4cf4431e" providerId="LiveId" clId="{E409A72B-5ED7-4D73-9396-E605A8B45686}" dt="2026-01-31T21:57:38.280" v="126" actId="14100"/>
        <pc:sldMkLst>
          <pc:docMk/>
          <pc:sldMk cId="1068988793" sldId="260"/>
        </pc:sldMkLst>
        <pc:spChg chg="add">
          <ac:chgData name="Or Forshmit" userId="7c842d5c4cf4431e" providerId="LiveId" clId="{E409A72B-5ED7-4D73-9396-E605A8B45686}" dt="2026-01-31T21:53:08.555" v="36" actId="11529"/>
          <ac:spMkLst>
            <pc:docMk/>
            <pc:sldMk cId="1068988793" sldId="260"/>
            <ac:spMk id="11" creationId="{D75FD242-60A3-ABD7-C781-57F7FD4DEAA0}"/>
          </ac:spMkLst>
        </pc:spChg>
        <pc:spChg chg="add mod">
          <ac:chgData name="Or Forshmit" userId="7c842d5c4cf4431e" providerId="LiveId" clId="{E409A72B-5ED7-4D73-9396-E605A8B45686}" dt="2026-01-31T21:53:54.712" v="46" actId="208"/>
          <ac:spMkLst>
            <pc:docMk/>
            <pc:sldMk cId="1068988793" sldId="260"/>
            <ac:spMk id="12" creationId="{700E1494-AA88-80F6-C717-A84171B33D7B}"/>
          </ac:spMkLst>
        </pc:spChg>
        <pc:cxnChg chg="add mod">
          <ac:chgData name="Or Forshmit" userId="7c842d5c4cf4431e" providerId="LiveId" clId="{E409A72B-5ED7-4D73-9396-E605A8B45686}" dt="2026-01-31T21:52:07.942" v="32" actId="14100"/>
          <ac:cxnSpMkLst>
            <pc:docMk/>
            <pc:sldMk cId="1068988793" sldId="260"/>
            <ac:cxnSpMk id="6" creationId="{4DBEF1C2-C173-2332-AF9F-564B6B9BC786}"/>
          </ac:cxnSpMkLst>
        </pc:cxnChg>
        <pc:cxnChg chg="add mod">
          <ac:chgData name="Or Forshmit" userId="7c842d5c4cf4431e" providerId="LiveId" clId="{E409A72B-5ED7-4D73-9396-E605A8B45686}" dt="2026-01-31T21:52:18.367" v="33" actId="14100"/>
          <ac:cxnSpMkLst>
            <pc:docMk/>
            <pc:sldMk cId="1068988793" sldId="260"/>
            <ac:cxnSpMk id="7" creationId="{0BA6685B-49EC-6A97-D139-5ADD339B3D6E}"/>
          </ac:cxnSpMkLst>
        </pc:cxnChg>
        <pc:cxnChg chg="add mod">
          <ac:chgData name="Or Forshmit" userId="7c842d5c4cf4431e" providerId="LiveId" clId="{E409A72B-5ED7-4D73-9396-E605A8B45686}" dt="2026-01-31T21:57:17.116" v="117" actId="208"/>
          <ac:cxnSpMkLst>
            <pc:docMk/>
            <pc:sldMk cId="1068988793" sldId="260"/>
            <ac:cxnSpMk id="20" creationId="{EEC929AF-C75B-2C61-7CD4-4B9222C64880}"/>
          </ac:cxnSpMkLst>
        </pc:cxnChg>
        <pc:cxnChg chg="add mod">
          <ac:chgData name="Or Forshmit" userId="7c842d5c4cf4431e" providerId="LiveId" clId="{E409A72B-5ED7-4D73-9396-E605A8B45686}" dt="2026-01-31T21:57:24.723" v="120" actId="14100"/>
          <ac:cxnSpMkLst>
            <pc:docMk/>
            <pc:sldMk cId="1068988793" sldId="260"/>
            <ac:cxnSpMk id="21" creationId="{53A51444-C65D-36EB-A13B-2BF7C1978D28}"/>
          </ac:cxnSpMkLst>
        </pc:cxnChg>
        <pc:cxnChg chg="add mod">
          <ac:chgData name="Or Forshmit" userId="7c842d5c4cf4431e" providerId="LiveId" clId="{E409A72B-5ED7-4D73-9396-E605A8B45686}" dt="2026-01-31T21:57:30.792" v="123" actId="14100"/>
          <ac:cxnSpMkLst>
            <pc:docMk/>
            <pc:sldMk cId="1068988793" sldId="260"/>
            <ac:cxnSpMk id="24" creationId="{AEDF9C30-9FA7-3C24-B69C-12C0829A6CF6}"/>
          </ac:cxnSpMkLst>
        </pc:cxnChg>
        <pc:cxnChg chg="add mod">
          <ac:chgData name="Or Forshmit" userId="7c842d5c4cf4431e" providerId="LiveId" clId="{E409A72B-5ED7-4D73-9396-E605A8B45686}" dt="2026-01-31T21:57:38.280" v="126" actId="14100"/>
          <ac:cxnSpMkLst>
            <pc:docMk/>
            <pc:sldMk cId="1068988793" sldId="260"/>
            <ac:cxnSpMk id="27" creationId="{5F632C4C-55A9-EB56-55AC-AF11608DE7FE}"/>
          </ac:cxnSpMkLst>
        </pc:cxnChg>
      </pc:sldChg>
      <pc:sldChg chg="addSp delSp modSp add mod modNotesTx">
        <pc:chgData name="Or Forshmit" userId="7c842d5c4cf4431e" providerId="LiveId" clId="{E409A72B-5ED7-4D73-9396-E605A8B45686}" dt="2026-02-04T18:59:15.160" v="220" actId="20577"/>
        <pc:sldMkLst>
          <pc:docMk/>
          <pc:sldMk cId="2866057738" sldId="262"/>
        </pc:sldMkLst>
        <pc:spChg chg="add mod">
          <ac:chgData name="Or Forshmit" userId="7c842d5c4cf4431e" providerId="LiveId" clId="{E409A72B-5ED7-4D73-9396-E605A8B45686}" dt="2026-02-04T18:59:09.943" v="217" actId="14100"/>
          <ac:spMkLst>
            <pc:docMk/>
            <pc:sldMk cId="2866057738" sldId="262"/>
            <ac:spMk id="24" creationId="{359C785A-146B-F2D8-6944-6F24D307FC5C}"/>
          </ac:spMkLst>
        </pc:spChg>
        <pc:spChg chg="add mod">
          <ac:chgData name="Or Forshmit" userId="7c842d5c4cf4431e" providerId="LiveId" clId="{E409A72B-5ED7-4D73-9396-E605A8B45686}" dt="2026-02-04T18:59:09.943" v="217" actId="14100"/>
          <ac:spMkLst>
            <pc:docMk/>
            <pc:sldMk cId="2866057738" sldId="262"/>
            <ac:spMk id="26" creationId="{E2A1E7B8-67ED-8B83-40F3-834ABC717B57}"/>
          </ac:spMkLst>
        </pc:spChg>
        <pc:spChg chg="add mod">
          <ac:chgData name="Or Forshmit" userId="7c842d5c4cf4431e" providerId="LiveId" clId="{E409A72B-5ED7-4D73-9396-E605A8B45686}" dt="2026-02-04T18:59:09.943" v="217" actId="14100"/>
          <ac:spMkLst>
            <pc:docMk/>
            <pc:sldMk cId="2866057738" sldId="262"/>
            <ac:spMk id="28" creationId="{57829EF2-56C5-F429-C668-4C10760A55FC}"/>
          </ac:spMkLst>
        </pc:spChg>
        <pc:cxnChg chg="add mod">
          <ac:chgData name="Or Forshmit" userId="7c842d5c4cf4431e" providerId="LiveId" clId="{E409A72B-5ED7-4D73-9396-E605A8B45686}" dt="2026-02-04T18:59:09.943" v="217" actId="14100"/>
          <ac:cxnSpMkLst>
            <pc:docMk/>
            <pc:sldMk cId="2866057738" sldId="262"/>
            <ac:cxnSpMk id="2" creationId="{60E71488-14B8-D904-19DC-6F026631F389}"/>
          </ac:cxnSpMkLst>
        </pc:cxnChg>
        <pc:cxnChg chg="add mod">
          <ac:chgData name="Or Forshmit" userId="7c842d5c4cf4431e" providerId="LiveId" clId="{E409A72B-5ED7-4D73-9396-E605A8B45686}" dt="2026-02-04T18:59:09.943" v="217" actId="14100"/>
          <ac:cxnSpMkLst>
            <pc:docMk/>
            <pc:sldMk cId="2866057738" sldId="262"/>
            <ac:cxnSpMk id="19" creationId="{82AFC56A-656C-9E0A-2B9E-8DC58DE7EF4C}"/>
          </ac:cxnSpMkLst>
        </pc:cxnChg>
      </pc:sldChg>
      <pc:sldChg chg="addSp delSp modSp add mod modNotesTx">
        <pc:chgData name="Or Forshmit" userId="7c842d5c4cf4431e" providerId="LiveId" clId="{E409A72B-5ED7-4D73-9396-E605A8B45686}" dt="2026-02-04T19:01:43.581" v="261" actId="1076"/>
        <pc:sldMkLst>
          <pc:docMk/>
          <pc:sldMk cId="2647498626" sldId="263"/>
        </pc:sldMkLst>
        <pc:spChg chg="add mod">
          <ac:chgData name="Or Forshmit" userId="7c842d5c4cf4431e" providerId="LiveId" clId="{E409A72B-5ED7-4D73-9396-E605A8B45686}" dt="2026-02-04T19:01:43.581" v="261" actId="1076"/>
          <ac:spMkLst>
            <pc:docMk/>
            <pc:sldMk cId="2647498626" sldId="263"/>
            <ac:spMk id="4" creationId="{159B4455-5B3D-08A8-A3BC-D83070B5B0CD}"/>
          </ac:spMkLst>
        </pc:spChg>
        <pc:cxnChg chg="add mod">
          <ac:chgData name="Or Forshmit" userId="7c842d5c4cf4431e" providerId="LiveId" clId="{E409A72B-5ED7-4D73-9396-E605A8B45686}" dt="2026-02-04T19:01:40.844" v="260" actId="14100"/>
          <ac:cxnSpMkLst>
            <pc:docMk/>
            <pc:sldMk cId="2647498626" sldId="263"/>
            <ac:cxnSpMk id="6" creationId="{32CF10AD-C3DF-C46A-A01C-652967C2376C}"/>
          </ac:cxnSpMkLst>
        </pc:cxnChg>
        <pc:cxnChg chg="add mod">
          <ac:chgData name="Or Forshmit" userId="7c842d5c4cf4431e" providerId="LiveId" clId="{E409A72B-5ED7-4D73-9396-E605A8B45686}" dt="2026-02-04T19:01:06.501" v="250" actId="14100"/>
          <ac:cxnSpMkLst>
            <pc:docMk/>
            <pc:sldMk cId="2647498626" sldId="263"/>
            <ac:cxnSpMk id="11" creationId="{04624488-374A-6FFA-3B14-E7B87D4E552A}"/>
          </ac:cxnSpMkLst>
        </pc:cxnChg>
        <pc:cxnChg chg="add mod">
          <ac:chgData name="Or Forshmit" userId="7c842d5c4cf4431e" providerId="LiveId" clId="{E409A72B-5ED7-4D73-9396-E605A8B45686}" dt="2026-02-04T19:01:18.793" v="253" actId="14100"/>
          <ac:cxnSpMkLst>
            <pc:docMk/>
            <pc:sldMk cId="2647498626" sldId="263"/>
            <ac:cxnSpMk id="14" creationId="{5FE9BDF8-C77B-8C74-6AB2-7E99EB69B7A0}"/>
          </ac:cxnSpMkLst>
        </pc:cxnChg>
        <pc:cxnChg chg="add mod">
          <ac:chgData name="Or Forshmit" userId="7c842d5c4cf4431e" providerId="LiveId" clId="{E409A72B-5ED7-4D73-9396-E605A8B45686}" dt="2026-02-04T19:01:31.582" v="258" actId="14100"/>
          <ac:cxnSpMkLst>
            <pc:docMk/>
            <pc:sldMk cId="2647498626" sldId="263"/>
            <ac:cxnSpMk id="16" creationId="{8F168DA0-140A-8ECC-3EB8-B046513A869D}"/>
          </ac:cxnSpMkLst>
        </pc:cxnChg>
      </pc:sldChg>
      <pc:sldChg chg="addSp delSp modSp add mod">
        <pc:chgData name="Or Forshmit" userId="7c842d5c4cf4431e" providerId="LiveId" clId="{E409A72B-5ED7-4D73-9396-E605A8B45686}" dt="2026-02-04T19:05:05.937" v="306" actId="14100"/>
        <pc:sldMkLst>
          <pc:docMk/>
          <pc:sldMk cId="1612604750" sldId="264"/>
        </pc:sldMkLst>
        <pc:cxnChg chg="add mod">
          <ac:chgData name="Or Forshmit" userId="7c842d5c4cf4431e" providerId="LiveId" clId="{E409A72B-5ED7-4D73-9396-E605A8B45686}" dt="2026-02-04T19:03:42.525" v="270" actId="14100"/>
          <ac:cxnSpMkLst>
            <pc:docMk/>
            <pc:sldMk cId="1612604750" sldId="264"/>
            <ac:cxnSpMk id="5" creationId="{BFF24D84-A20F-D55A-8D1D-E4545B1E1C9F}"/>
          </ac:cxnSpMkLst>
        </pc:cxnChg>
        <pc:cxnChg chg="mod">
          <ac:chgData name="Or Forshmit" userId="7c842d5c4cf4431e" providerId="LiveId" clId="{E409A72B-5ED7-4D73-9396-E605A8B45686}" dt="2026-02-04T19:03:35.811" v="268" actId="14100"/>
          <ac:cxnSpMkLst>
            <pc:docMk/>
            <pc:sldMk cId="1612604750" sldId="264"/>
            <ac:cxnSpMk id="6" creationId="{88DBA004-E2CA-7AAC-5466-3DC79AFC8E4C}"/>
          </ac:cxnSpMkLst>
        </pc:cxnChg>
        <pc:cxnChg chg="add mod">
          <ac:chgData name="Or Forshmit" userId="7c842d5c4cf4431e" providerId="LiveId" clId="{E409A72B-5ED7-4D73-9396-E605A8B45686}" dt="2026-02-04T19:03:55.751" v="274" actId="14100"/>
          <ac:cxnSpMkLst>
            <pc:docMk/>
            <pc:sldMk cId="1612604750" sldId="264"/>
            <ac:cxnSpMk id="10" creationId="{8529F9CE-055C-B789-C3A3-AD33F45EB17C}"/>
          </ac:cxnSpMkLst>
        </pc:cxnChg>
        <pc:cxnChg chg="add mod">
          <ac:chgData name="Or Forshmit" userId="7c842d5c4cf4431e" providerId="LiveId" clId="{E409A72B-5ED7-4D73-9396-E605A8B45686}" dt="2026-02-04T19:04:09.059" v="280" actId="14100"/>
          <ac:cxnSpMkLst>
            <pc:docMk/>
            <pc:sldMk cId="1612604750" sldId="264"/>
            <ac:cxnSpMk id="15" creationId="{1B60A506-409E-D9D2-F4F1-734AAF93654C}"/>
          </ac:cxnSpMkLst>
        </pc:cxnChg>
        <pc:cxnChg chg="add mod">
          <ac:chgData name="Or Forshmit" userId="7c842d5c4cf4431e" providerId="LiveId" clId="{E409A72B-5ED7-4D73-9396-E605A8B45686}" dt="2026-02-04T19:04:20.519" v="284" actId="14100"/>
          <ac:cxnSpMkLst>
            <pc:docMk/>
            <pc:sldMk cId="1612604750" sldId="264"/>
            <ac:cxnSpMk id="23" creationId="{D40929F1-34AB-7FAC-2531-5196C50D2E9F}"/>
          </ac:cxnSpMkLst>
        </pc:cxnChg>
        <pc:cxnChg chg="add mod">
          <ac:chgData name="Or Forshmit" userId="7c842d5c4cf4431e" providerId="LiveId" clId="{E409A72B-5ED7-4D73-9396-E605A8B45686}" dt="2026-02-04T19:04:26.549" v="287" actId="14100"/>
          <ac:cxnSpMkLst>
            <pc:docMk/>
            <pc:sldMk cId="1612604750" sldId="264"/>
            <ac:cxnSpMk id="29" creationId="{9C5EC2FB-1B0F-C4F5-7A59-0A2282907EEF}"/>
          </ac:cxnSpMkLst>
        </pc:cxnChg>
        <pc:cxnChg chg="add mod">
          <ac:chgData name="Or Forshmit" userId="7c842d5c4cf4431e" providerId="LiveId" clId="{E409A72B-5ED7-4D73-9396-E605A8B45686}" dt="2026-02-04T19:04:37.286" v="291" actId="14100"/>
          <ac:cxnSpMkLst>
            <pc:docMk/>
            <pc:sldMk cId="1612604750" sldId="264"/>
            <ac:cxnSpMk id="32" creationId="{070E651B-5A5F-0A77-9890-BD0C5A07005B}"/>
          </ac:cxnSpMkLst>
        </pc:cxnChg>
        <pc:cxnChg chg="add mod">
          <ac:chgData name="Or Forshmit" userId="7c842d5c4cf4431e" providerId="LiveId" clId="{E409A72B-5ED7-4D73-9396-E605A8B45686}" dt="2026-02-04T19:04:47.841" v="296" actId="14100"/>
          <ac:cxnSpMkLst>
            <pc:docMk/>
            <pc:sldMk cId="1612604750" sldId="264"/>
            <ac:cxnSpMk id="35" creationId="{B2074C27-772E-C977-9D48-8FCB09D5AD75}"/>
          </ac:cxnSpMkLst>
        </pc:cxnChg>
        <pc:cxnChg chg="add mod">
          <ac:chgData name="Or Forshmit" userId="7c842d5c4cf4431e" providerId="LiveId" clId="{E409A72B-5ED7-4D73-9396-E605A8B45686}" dt="2026-02-04T19:05:05.937" v="306" actId="14100"/>
          <ac:cxnSpMkLst>
            <pc:docMk/>
            <pc:sldMk cId="1612604750" sldId="264"/>
            <ac:cxnSpMk id="40" creationId="{DFCB2B7D-5553-21B0-7A45-9C58EB1CB736}"/>
          </ac:cxnSpMkLst>
        </pc:cxnChg>
      </pc:sldChg>
    </pc:docChg>
  </pc:docChgLst>
  <pc:docChgLst>
    <pc:chgData name="Or Forshmit" userId="7c842d5c4cf4431e" providerId="LiveId" clId="{3E18CC7B-CFC1-4E27-A1BD-24931C36162E}"/>
    <pc:docChg chg="undo custSel addSld modSld">
      <pc:chgData name="Or Forshmit" userId="7c842d5c4cf4431e" providerId="LiveId" clId="{3E18CC7B-CFC1-4E27-A1BD-24931C36162E}" dt="2026-02-07T17:34:14.347" v="1416" actId="14100"/>
      <pc:docMkLst>
        <pc:docMk/>
      </pc:docMkLst>
      <pc:sldChg chg="addSp delSp modSp new mod modNotesTx">
        <pc:chgData name="Or Forshmit" userId="7c842d5c4cf4431e" providerId="LiveId" clId="{3E18CC7B-CFC1-4E27-A1BD-24931C36162E}" dt="2026-01-28T11:36:40.776" v="104" actId="1035"/>
        <pc:sldMkLst>
          <pc:docMk/>
          <pc:sldMk cId="1074688304" sldId="256"/>
        </pc:sldMkLst>
        <pc:spChg chg="add mod">
          <ac:chgData name="Or Forshmit" userId="7c842d5c4cf4431e" providerId="LiveId" clId="{3E18CC7B-CFC1-4E27-A1BD-24931C36162E}" dt="2026-01-28T11:35:57.735" v="70" actId="20577"/>
          <ac:spMkLst>
            <pc:docMk/>
            <pc:sldMk cId="1074688304" sldId="256"/>
            <ac:spMk id="4" creationId="{088B95C8-58DB-7F56-4147-33A2B094EC2B}"/>
          </ac:spMkLst>
        </pc:spChg>
        <pc:spChg chg="add mod">
          <ac:chgData name="Or Forshmit" userId="7c842d5c4cf4431e" providerId="LiveId" clId="{3E18CC7B-CFC1-4E27-A1BD-24931C36162E}" dt="2026-01-28T11:35:52.402" v="68"/>
          <ac:spMkLst>
            <pc:docMk/>
            <pc:sldMk cId="1074688304" sldId="256"/>
            <ac:spMk id="5" creationId="{E34DE8B9-B8A7-EC07-3524-6BA606BCED16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6" creationId="{E9FF9F6E-9897-AC4A-F4EB-1602251E69B0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7" creationId="{844ADE07-E398-859F-C2CE-B5009C692F25}"/>
          </ac:spMkLst>
        </pc:spChg>
      </pc:sldChg>
      <pc:sldChg chg="addSp delSp modSp new mod modNotesTx">
        <pc:chgData name="Or Forshmit" userId="7c842d5c4cf4431e" providerId="LiveId" clId="{3E18CC7B-CFC1-4E27-A1BD-24931C36162E}" dt="2026-01-28T23:03:31.683" v="267" actId="14100"/>
        <pc:sldMkLst>
          <pc:docMk/>
          <pc:sldMk cId="1995069692" sldId="257"/>
        </pc:sldMkLst>
        <pc:spChg chg="add mod">
          <ac:chgData name="Or Forshmit" userId="7c842d5c4cf4431e" providerId="LiveId" clId="{3E18CC7B-CFC1-4E27-A1BD-24931C36162E}" dt="2026-01-28T22:52:43.716" v="183" actId="1076"/>
          <ac:spMkLst>
            <pc:docMk/>
            <pc:sldMk cId="1995069692" sldId="257"/>
            <ac:spMk id="8" creationId="{E6FD1694-AF4B-FC23-DC18-3582D2AAE626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4" creationId="{B3AF0CA6-89FB-952D-CF1F-AFD6957A5D73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7" creationId="{AC855802-1FA8-61E5-C02F-8C83A13718AA}"/>
          </ac:spMkLst>
        </pc:spChg>
        <pc:spChg chg="add mod">
          <ac:chgData name="Or Forshmit" userId="7c842d5c4cf4431e" providerId="LiveId" clId="{3E18CC7B-CFC1-4E27-A1BD-24931C36162E}" dt="2026-01-28T22:57:15.109" v="248" actId="1076"/>
          <ac:spMkLst>
            <pc:docMk/>
            <pc:sldMk cId="1995069692" sldId="257"/>
            <ac:spMk id="30" creationId="{6C360C5F-B0E4-0898-41E5-D52467FBD96A}"/>
          </ac:spMkLst>
        </pc:spChg>
        <pc:spChg chg="add mod">
          <ac:chgData name="Or Forshmit" userId="7c842d5c4cf4431e" providerId="LiveId" clId="{3E18CC7B-CFC1-4E27-A1BD-24931C36162E}" dt="2026-01-28T22:57:21.014" v="250" actId="1076"/>
          <ac:spMkLst>
            <pc:docMk/>
            <pc:sldMk cId="1995069692" sldId="257"/>
            <ac:spMk id="33" creationId="{7A34F55D-F4F9-F33D-1344-29CAE4EB1071}"/>
          </ac:spMkLst>
        </pc:spChg>
        <pc:spChg chg="add mod">
          <ac:chgData name="Or Forshmit" userId="7c842d5c4cf4431e" providerId="LiveId" clId="{3E18CC7B-CFC1-4E27-A1BD-24931C36162E}" dt="2026-01-28T22:57:35.469" v="255" actId="1076"/>
          <ac:spMkLst>
            <pc:docMk/>
            <pc:sldMk cId="1995069692" sldId="257"/>
            <ac:spMk id="34" creationId="{5C1D4211-44DD-EC0C-2AF9-7C5626FF306F}"/>
          </ac:spMkLst>
        </pc:sp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5" creationId="{3E96E585-D0F6-AFA7-2B6D-379CDB39F62A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6" creationId="{5F788372-E4A1-A568-C205-678E4042105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0" creationId="{30B54E99-1752-70BE-D1EC-60D30BE15F8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1" creationId="{62FE35EA-F40C-1CBF-60E6-2FECC212D59F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2" creationId="{041086DF-A99D-D4BA-A97B-3F0E789A77D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3" creationId="{F64C1CCC-0BD9-7A02-92E8-58BF67292A98}"/>
          </ac:cxnSpMkLst>
        </pc:cxnChg>
        <pc:cxnChg chg="add mod">
          <ac:chgData name="Or Forshmit" userId="7c842d5c4cf4431e" providerId="LiveId" clId="{3E18CC7B-CFC1-4E27-A1BD-24931C36162E}" dt="2026-01-28T22:47:56.190" v="166" actId="1076"/>
          <ac:cxnSpMkLst>
            <pc:docMk/>
            <pc:sldMk cId="1995069692" sldId="257"/>
            <ac:cxnSpMk id="15" creationId="{668621B5-9323-491D-3A01-1EB78C7A6D00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6" creationId="{D364A790-9BB9-03F2-BE84-0E023A4BB39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8" creationId="{8EA460BD-3665-1F2E-31DA-4CF3043BB802}"/>
          </ac:cxnSpMkLst>
        </pc:cxnChg>
        <pc:cxnChg chg="add mod">
          <ac:chgData name="Or Forshmit" userId="7c842d5c4cf4431e" providerId="LiveId" clId="{3E18CC7B-CFC1-4E27-A1BD-24931C36162E}" dt="2026-01-28T22:50:28.859" v="180" actId="14100"/>
          <ac:cxnSpMkLst>
            <pc:docMk/>
            <pc:sldMk cId="1995069692" sldId="257"/>
            <ac:cxnSpMk id="23" creationId="{20256894-897B-ED3F-DB39-414D903A8A42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8" creationId="{7D7F8446-CD3A-AD2F-6A4A-8749F5F67C1E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9" creationId="{0EC59C41-7B22-F0CC-A618-8AF18AFC3E0C}"/>
          </ac:cxnSpMkLst>
        </pc:cxnChg>
        <pc:cxnChg chg="add mod">
          <ac:chgData name="Or Forshmit" userId="7c842d5c4cf4431e" providerId="LiveId" clId="{3E18CC7B-CFC1-4E27-A1BD-24931C36162E}" dt="2026-01-28T22:57:06.603" v="246" actId="14100"/>
          <ac:cxnSpMkLst>
            <pc:docMk/>
            <pc:sldMk cId="1995069692" sldId="257"/>
            <ac:cxnSpMk id="31" creationId="{593F9D94-EE90-04EB-0566-0C02115718EE}"/>
          </ac:cxnSpMkLst>
        </pc:cxnChg>
        <pc:cxnChg chg="add mod">
          <ac:chgData name="Or Forshmit" userId="7c842d5c4cf4431e" providerId="LiveId" clId="{3E18CC7B-CFC1-4E27-A1BD-24931C36162E}" dt="2026-01-28T22:57:08.952" v="247" actId="14100"/>
          <ac:cxnSpMkLst>
            <pc:docMk/>
            <pc:sldMk cId="1995069692" sldId="257"/>
            <ac:cxnSpMk id="32" creationId="{C9347212-1D03-EDE9-28D4-6509ACF555BF}"/>
          </ac:cxnSpMkLst>
        </pc:cxnChg>
        <pc:cxnChg chg="add mod">
          <ac:chgData name="Or Forshmit" userId="7c842d5c4cf4431e" providerId="LiveId" clId="{3E18CC7B-CFC1-4E27-A1BD-24931C36162E}" dt="2026-01-28T22:58:02.673" v="259" actId="14100"/>
          <ac:cxnSpMkLst>
            <pc:docMk/>
            <pc:sldMk cId="1995069692" sldId="257"/>
            <ac:cxnSpMk id="35" creationId="{D4F139DA-C07E-4F9E-8445-EA58C3C56D96}"/>
          </ac:cxnSpMkLst>
        </pc:cxnChg>
        <pc:cxnChg chg="add mod">
          <ac:chgData name="Or Forshmit" userId="7c842d5c4cf4431e" providerId="LiveId" clId="{3E18CC7B-CFC1-4E27-A1BD-24931C36162E}" dt="2026-01-28T22:58:06.685" v="261" actId="14100"/>
          <ac:cxnSpMkLst>
            <pc:docMk/>
            <pc:sldMk cId="1995069692" sldId="257"/>
            <ac:cxnSpMk id="38" creationId="{8982FD2B-C98E-0CFF-BF0D-079BCB993486}"/>
          </ac:cxnSpMkLst>
        </pc:cxnChg>
        <pc:cxnChg chg="add mod">
          <ac:chgData name="Or Forshmit" userId="7c842d5c4cf4431e" providerId="LiveId" clId="{3E18CC7B-CFC1-4E27-A1BD-24931C36162E}" dt="2026-01-28T22:57:27.213" v="252" actId="1076"/>
          <ac:cxnSpMkLst>
            <pc:docMk/>
            <pc:sldMk cId="1995069692" sldId="257"/>
            <ac:cxnSpMk id="41" creationId="{4C004F0B-936D-231E-BAF3-AB98C90F1B6D}"/>
          </ac:cxnSpMkLst>
        </pc:cxnChg>
        <pc:cxnChg chg="add mod">
          <ac:chgData name="Or Forshmit" userId="7c842d5c4cf4431e" providerId="LiveId" clId="{3E18CC7B-CFC1-4E27-A1BD-24931C36162E}" dt="2026-01-28T22:58:09.843" v="262" actId="14100"/>
          <ac:cxnSpMkLst>
            <pc:docMk/>
            <pc:sldMk cId="1995069692" sldId="257"/>
            <ac:cxnSpMk id="44" creationId="{400B83CF-B47A-C71C-5AD3-3DDCC0D8FAFE}"/>
          </ac:cxnSpMkLst>
        </pc:cxnChg>
        <pc:cxnChg chg="add mod">
          <ac:chgData name="Or Forshmit" userId="7c842d5c4cf4431e" providerId="LiveId" clId="{3E18CC7B-CFC1-4E27-A1BD-24931C36162E}" dt="2026-01-28T22:58:04.354" v="260" actId="14100"/>
          <ac:cxnSpMkLst>
            <pc:docMk/>
            <pc:sldMk cId="1995069692" sldId="257"/>
            <ac:cxnSpMk id="55" creationId="{4E9F279A-01B7-CE04-80E9-0C7F17DE0F95}"/>
          </ac:cxnSpMkLst>
        </pc:cxnChg>
        <pc:cxnChg chg="add mod">
          <ac:chgData name="Or Forshmit" userId="7c842d5c4cf4431e" providerId="LiveId" clId="{3E18CC7B-CFC1-4E27-A1BD-24931C36162E}" dt="2026-01-28T23:03:31.683" v="267" actId="14100"/>
          <ac:cxnSpMkLst>
            <pc:docMk/>
            <pc:sldMk cId="1995069692" sldId="257"/>
            <ac:cxnSpMk id="61" creationId="{551BE9AB-FB7C-6F2D-3949-E44076A4932A}"/>
          </ac:cxnSpMkLst>
        </pc:cxnChg>
      </pc:sldChg>
      <pc:sldChg chg="addSp delSp modSp add mod modNotesTx">
        <pc:chgData name="Or Forshmit" userId="7c842d5c4cf4431e" providerId="LiveId" clId="{3E18CC7B-CFC1-4E27-A1BD-24931C36162E}" dt="2026-01-29T10:17:58.043" v="337" actId="14100"/>
        <pc:sldMkLst>
          <pc:docMk/>
          <pc:sldMk cId="2258803986" sldId="258"/>
        </pc:sldMkLst>
        <pc:spChg chg="add mod">
          <ac:chgData name="Or Forshmit" userId="7c842d5c4cf4431e" providerId="LiveId" clId="{3E18CC7B-CFC1-4E27-A1BD-24931C36162E}" dt="2026-01-29T09:58:51.839" v="293" actId="1076"/>
          <ac:spMkLst>
            <pc:docMk/>
            <pc:sldMk cId="2258803986" sldId="258"/>
            <ac:spMk id="2" creationId="{E91EB8C1-864B-5F2E-C7BA-76DD71ED6480}"/>
          </ac:spMkLst>
        </pc:spChg>
        <pc:spChg chg="add mod">
          <ac:chgData name="Or Forshmit" userId="7c842d5c4cf4431e" providerId="LiveId" clId="{3E18CC7B-CFC1-4E27-A1BD-24931C36162E}" dt="2026-01-29T09:58:52.522" v="294"/>
          <ac:spMkLst>
            <pc:docMk/>
            <pc:sldMk cId="2258803986" sldId="258"/>
            <ac:spMk id="3" creationId="{D52421D5-1DBA-F7EF-C817-DA254AA4112F}"/>
          </ac:spMkLst>
        </pc:spChg>
        <pc:spChg chg="add mod">
          <ac:chgData name="Or Forshmit" userId="7c842d5c4cf4431e" providerId="LiveId" clId="{3E18CC7B-CFC1-4E27-A1BD-24931C36162E}" dt="2026-01-29T09:59:04.567" v="297" actId="1076"/>
          <ac:spMkLst>
            <pc:docMk/>
            <pc:sldMk cId="2258803986" sldId="258"/>
            <ac:spMk id="4" creationId="{7EC7063C-F023-65AF-9670-3F970B32C102}"/>
          </ac:spMkLst>
        </pc:spChg>
        <pc:spChg chg="add mod">
          <ac:chgData name="Or Forshmit" userId="7c842d5c4cf4431e" providerId="LiveId" clId="{3E18CC7B-CFC1-4E27-A1BD-24931C36162E}" dt="2026-01-29T09:59:25.540" v="304" actId="20577"/>
          <ac:spMkLst>
            <pc:docMk/>
            <pc:sldMk cId="2258803986" sldId="258"/>
            <ac:spMk id="7" creationId="{3C9728DC-B9F0-85F8-FD5E-E0F508F5D94B}"/>
          </ac:spMkLst>
        </pc:spChg>
        <pc:spChg chg="add mod">
          <ac:chgData name="Or Forshmit" userId="7c842d5c4cf4431e" providerId="LiveId" clId="{3E18CC7B-CFC1-4E27-A1BD-24931C36162E}" dt="2026-01-29T09:59:29.227" v="307" actId="20577"/>
          <ac:spMkLst>
            <pc:docMk/>
            <pc:sldMk cId="2258803986" sldId="258"/>
            <ac:spMk id="9" creationId="{0D3D48DF-7262-E90A-68FE-E3493DCE07D1}"/>
          </ac:spMkLst>
        </pc:spChg>
        <pc:spChg chg="add mod">
          <ac:chgData name="Or Forshmit" userId="7c842d5c4cf4431e" providerId="LiveId" clId="{3E18CC7B-CFC1-4E27-A1BD-24931C36162E}" dt="2026-01-29T10:15:44.606" v="322" actId="1076"/>
          <ac:spMkLst>
            <pc:docMk/>
            <pc:sldMk cId="2258803986" sldId="258"/>
            <ac:spMk id="12" creationId="{662912A0-2850-9287-ED09-E4D1BB8C1097}"/>
          </ac:spMkLst>
        </pc:spChg>
        <pc:spChg chg="add mod">
          <ac:chgData name="Or Forshmit" userId="7c842d5c4cf4431e" providerId="LiveId" clId="{3E18CC7B-CFC1-4E27-A1BD-24931C36162E}" dt="2026-01-29T10:17:22.773" v="329" actId="1076"/>
          <ac:spMkLst>
            <pc:docMk/>
            <pc:sldMk cId="2258803986" sldId="258"/>
            <ac:spMk id="13" creationId="{B9B7028E-F81B-3A9A-2E43-1B6EF687BE3A}"/>
          </ac:spMkLst>
        </pc:spChg>
        <pc:spChg chg="add mod">
          <ac:chgData name="Or Forshmit" userId="7c842d5c4cf4431e" providerId="LiveId" clId="{3E18CC7B-CFC1-4E27-A1BD-24931C36162E}" dt="2026-01-29T10:17:18.079" v="327" actId="1076"/>
          <ac:spMkLst>
            <pc:docMk/>
            <pc:sldMk cId="2258803986" sldId="258"/>
            <ac:spMk id="14" creationId="{F960C091-DE29-617B-748C-BC2BAC7C0A21}"/>
          </ac:spMkLst>
        </pc:spChg>
        <pc:spChg chg="add mod">
          <ac:chgData name="Or Forshmit" userId="7c842d5c4cf4431e" providerId="LiveId" clId="{3E18CC7B-CFC1-4E27-A1BD-24931C36162E}" dt="2026-01-29T10:17:28.463" v="330" actId="1076"/>
          <ac:spMkLst>
            <pc:docMk/>
            <pc:sldMk cId="2258803986" sldId="258"/>
            <ac:spMk id="18" creationId="{60A67171-F845-DC2D-205B-DCC7EB0BD5E5}"/>
          </ac:spMkLst>
        </pc:spChg>
        <pc:spChg chg="add mod">
          <ac:chgData name="Or Forshmit" userId="7c842d5c4cf4431e" providerId="LiveId" clId="{3E18CC7B-CFC1-4E27-A1BD-24931C36162E}" dt="2026-01-29T10:17:45.938" v="333" actId="693"/>
          <ac:spMkLst>
            <pc:docMk/>
            <pc:sldMk cId="2258803986" sldId="258"/>
            <ac:spMk id="19" creationId="{2EA823FD-9FA6-6364-E991-F28BBAC3E468}"/>
          </ac:spMkLst>
        </pc:spChg>
        <pc:spChg chg="add mod">
          <ac:chgData name="Or Forshmit" userId="7c842d5c4cf4431e" providerId="LiveId" clId="{3E18CC7B-CFC1-4E27-A1BD-24931C36162E}" dt="2026-01-29T10:17:58.043" v="337" actId="14100"/>
          <ac:spMkLst>
            <pc:docMk/>
            <pc:sldMk cId="2258803986" sldId="258"/>
            <ac:spMk id="20" creationId="{81FA3E40-8463-EF9E-64F9-971B6EA562C6}"/>
          </ac:spMkLst>
        </pc:sp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0" creationId="{70D744C5-AA3E-C934-53A8-26F2A89B7B4D}"/>
          </ac:cxnSpMkLst>
        </pc:cxn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1" creationId="{512D2B9A-A46B-2D6A-5CBB-56235B5B95E3}"/>
          </ac:cxnSpMkLst>
        </pc:cxnChg>
      </pc:sldChg>
      <pc:sldChg chg="addSp delSp modSp add mod modNotesTx">
        <pc:chgData name="Or Forshmit" userId="7c842d5c4cf4431e" providerId="LiveId" clId="{3E18CC7B-CFC1-4E27-A1BD-24931C36162E}" dt="2026-01-30T16:09:18.989" v="554" actId="1038"/>
        <pc:sldMkLst>
          <pc:docMk/>
          <pc:sldMk cId="2855367001" sldId="259"/>
        </pc:sldMkLst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6" creationId="{11512122-F786-16B1-C7BC-86F66B1AAB52}"/>
          </ac:spMkLst>
        </pc:spChg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7" creationId="{CB2624AE-4601-F9FF-6BD4-6022A4885553}"/>
          </ac:spMkLst>
        </pc:spChg>
        <pc:cxnChg chg="add mod">
          <ac:chgData name="Or Forshmit" userId="7c842d5c4cf4431e" providerId="LiveId" clId="{3E18CC7B-CFC1-4E27-A1BD-24931C36162E}" dt="2026-01-30T16:08:50.569" v="509" actId="1076"/>
          <ac:cxnSpMkLst>
            <pc:docMk/>
            <pc:sldMk cId="2855367001" sldId="259"/>
            <ac:cxnSpMk id="16" creationId="{66F98465-231D-7B9E-6F08-4EAF9DB46A8D}"/>
          </ac:cxnSpMkLst>
        </pc:cxnChg>
        <pc:cxnChg chg="add mod">
          <ac:chgData name="Or Forshmit" userId="7c842d5c4cf4431e" providerId="LiveId" clId="{3E18CC7B-CFC1-4E27-A1BD-24931C36162E}" dt="2026-01-30T16:06:06.664" v="478" actId="1036"/>
          <ac:cxnSpMkLst>
            <pc:docMk/>
            <pc:sldMk cId="2855367001" sldId="259"/>
            <ac:cxnSpMk id="24" creationId="{C0E06792-1793-D03F-B800-CF806C59E29B}"/>
          </ac:cxnSpMkLst>
        </pc:cxnChg>
        <pc:cxnChg chg="add mod">
          <ac:chgData name="Or Forshmit" userId="7c842d5c4cf4431e" providerId="LiveId" clId="{3E18CC7B-CFC1-4E27-A1BD-24931C36162E}" dt="2026-01-30T16:07:44.249" v="502" actId="1076"/>
          <ac:cxnSpMkLst>
            <pc:docMk/>
            <pc:sldMk cId="2855367001" sldId="259"/>
            <ac:cxnSpMk id="25" creationId="{109D5E73-1FA7-C937-EC2F-02DEDD8A82C6}"/>
          </ac:cxnSpMkLst>
        </pc:cxnChg>
        <pc:cxnChg chg="add mod">
          <ac:chgData name="Or Forshmit" userId="7c842d5c4cf4431e" providerId="LiveId" clId="{3E18CC7B-CFC1-4E27-A1BD-24931C36162E}" dt="2026-01-30T16:09:05.526" v="548" actId="1036"/>
          <ac:cxnSpMkLst>
            <pc:docMk/>
            <pc:sldMk cId="2855367001" sldId="259"/>
            <ac:cxnSpMk id="28" creationId="{1E24F959-3375-6A4D-9F5F-565EF652A9C3}"/>
          </ac:cxnSpMkLst>
        </pc:cxnChg>
      </pc:sldChg>
      <pc:sldChg chg="delSp modSp mod">
        <pc:chgData name="Or Forshmit" userId="7c842d5c4cf4431e" providerId="LiveId" clId="{3E18CC7B-CFC1-4E27-A1BD-24931C36162E}" dt="2026-01-31T22:04:45.036" v="581" actId="14100"/>
        <pc:sldMkLst>
          <pc:docMk/>
          <pc:sldMk cId="1068988793" sldId="260"/>
        </pc:sldMkLst>
        <pc:spChg chg="mod">
          <ac:chgData name="Or Forshmit" userId="7c842d5c4cf4431e" providerId="LiveId" clId="{3E18CC7B-CFC1-4E27-A1BD-24931C36162E}" dt="2026-01-31T22:03:31.586" v="561" actId="14100"/>
          <ac:spMkLst>
            <pc:docMk/>
            <pc:sldMk cId="1068988793" sldId="260"/>
            <ac:spMk id="11" creationId="{D75FD242-60A3-ABD7-C781-57F7FD4DEAA0}"/>
          </ac:spMkLst>
        </pc:spChg>
        <pc:spChg chg="mod">
          <ac:chgData name="Or Forshmit" userId="7c842d5c4cf4431e" providerId="LiveId" clId="{3E18CC7B-CFC1-4E27-A1BD-24931C36162E}" dt="2026-01-31T22:03:41.268" v="563" actId="1076"/>
          <ac:spMkLst>
            <pc:docMk/>
            <pc:sldMk cId="1068988793" sldId="260"/>
            <ac:spMk id="12" creationId="{700E1494-AA88-80F6-C717-A84171B33D7B}"/>
          </ac:spMkLst>
        </pc:spChg>
        <pc:cxnChg chg="mod">
          <ac:chgData name="Or Forshmit" userId="7c842d5c4cf4431e" providerId="LiveId" clId="{3E18CC7B-CFC1-4E27-A1BD-24931C36162E}" dt="2026-01-31T22:04:45.036" v="581" actId="14100"/>
          <ac:cxnSpMkLst>
            <pc:docMk/>
            <pc:sldMk cId="1068988793" sldId="260"/>
            <ac:cxnSpMk id="20" creationId="{EEC929AF-C75B-2C61-7CD4-4B9222C64880}"/>
          </ac:cxnSpMkLst>
        </pc:cxnChg>
        <pc:cxnChg chg="mod">
          <ac:chgData name="Or Forshmit" userId="7c842d5c4cf4431e" providerId="LiveId" clId="{3E18CC7B-CFC1-4E27-A1BD-24931C36162E}" dt="2026-01-31T22:04:17.401" v="575" actId="14100"/>
          <ac:cxnSpMkLst>
            <pc:docMk/>
            <pc:sldMk cId="1068988793" sldId="260"/>
            <ac:cxnSpMk id="21" creationId="{53A51444-C65D-36EB-A13B-2BF7C1978D28}"/>
          </ac:cxnSpMkLst>
        </pc:cxnChg>
        <pc:cxnChg chg="mod">
          <ac:chgData name="Or Forshmit" userId="7c842d5c4cf4431e" providerId="LiveId" clId="{3E18CC7B-CFC1-4E27-A1BD-24931C36162E}" dt="2026-01-31T22:04:29.648" v="578" actId="14100"/>
          <ac:cxnSpMkLst>
            <pc:docMk/>
            <pc:sldMk cId="1068988793" sldId="260"/>
            <ac:cxnSpMk id="24" creationId="{AEDF9C30-9FA7-3C24-B69C-12C0829A6CF6}"/>
          </ac:cxnSpMkLst>
        </pc:cxnChg>
        <pc:cxnChg chg="mod">
          <ac:chgData name="Or Forshmit" userId="7c842d5c4cf4431e" providerId="LiveId" clId="{3E18CC7B-CFC1-4E27-A1BD-24931C36162E}" dt="2026-01-31T22:04:37.036" v="580" actId="14100"/>
          <ac:cxnSpMkLst>
            <pc:docMk/>
            <pc:sldMk cId="1068988793" sldId="260"/>
            <ac:cxnSpMk id="27" creationId="{5F632C4C-55A9-EB56-55AC-AF11608DE7FE}"/>
          </ac:cxnSpMkLst>
        </pc:cxnChg>
      </pc:sldChg>
      <pc:sldChg chg="addSp delSp modSp add mod modNotesTx">
        <pc:chgData name="Or Forshmit" userId="7c842d5c4cf4431e" providerId="LiveId" clId="{3E18CC7B-CFC1-4E27-A1BD-24931C36162E}" dt="2026-02-01T08:39:31.945" v="781" actId="1076"/>
        <pc:sldMkLst>
          <pc:docMk/>
          <pc:sldMk cId="4249282133" sldId="261"/>
        </pc:sldMkLst>
        <pc:spChg chg="add mod">
          <ac:chgData name="Or Forshmit" userId="7c842d5c4cf4431e" providerId="LiveId" clId="{3E18CC7B-CFC1-4E27-A1BD-24931C36162E}" dt="2026-02-01T08:35:27.956" v="613" actId="1076"/>
          <ac:spMkLst>
            <pc:docMk/>
            <pc:sldMk cId="4249282133" sldId="261"/>
            <ac:spMk id="3" creationId="{052DFC8D-32F6-A5C1-A454-C8B6860161DF}"/>
          </ac:spMkLst>
        </pc:spChg>
        <pc:spChg chg="add del mod">
          <ac:chgData name="Or Forshmit" userId="7c842d5c4cf4431e" providerId="LiveId" clId="{3E18CC7B-CFC1-4E27-A1BD-24931C36162E}" dt="2026-02-01T08:36:04.378" v="631" actId="1076"/>
          <ac:spMkLst>
            <pc:docMk/>
            <pc:sldMk cId="4249282133" sldId="261"/>
            <ac:spMk id="4" creationId="{3154E2B7-F23E-C180-30D3-70869CB77FFB}"/>
          </ac:spMkLst>
        </pc:spChg>
        <pc:spChg chg="add mod">
          <ac:chgData name="Or Forshmit" userId="7c842d5c4cf4431e" providerId="LiveId" clId="{3E18CC7B-CFC1-4E27-A1BD-24931C36162E}" dt="2026-02-01T08:36:12.097" v="633" actId="1076"/>
          <ac:spMkLst>
            <pc:docMk/>
            <pc:sldMk cId="4249282133" sldId="261"/>
            <ac:spMk id="5" creationId="{EC822FD2-F493-8A34-F8AF-F0FF9D7F09F4}"/>
          </ac:spMkLst>
        </pc:spChg>
        <pc:spChg chg="add mod">
          <ac:chgData name="Or Forshmit" userId="7c842d5c4cf4431e" providerId="LiveId" clId="{3E18CC7B-CFC1-4E27-A1BD-24931C36162E}" dt="2026-02-01T08:36:12.097" v="633" actId="1076"/>
          <ac:spMkLst>
            <pc:docMk/>
            <pc:sldMk cId="4249282133" sldId="261"/>
            <ac:spMk id="8" creationId="{352C131C-22DA-F665-9F95-91F76FAD1C45}"/>
          </ac:spMkLst>
        </pc:spChg>
        <pc:spChg chg="add mod">
          <ac:chgData name="Or Forshmit" userId="7c842d5c4cf4431e" providerId="LiveId" clId="{3E18CC7B-CFC1-4E27-A1BD-24931C36162E}" dt="2026-02-01T08:36:36.672" v="672" actId="1038"/>
          <ac:spMkLst>
            <pc:docMk/>
            <pc:sldMk cId="4249282133" sldId="261"/>
            <ac:spMk id="9" creationId="{E3426335-B74B-87DD-88FC-0A1FBEA774FD}"/>
          </ac:spMkLst>
        </pc:spChg>
        <pc:spChg chg="add mod">
          <ac:chgData name="Or Forshmit" userId="7c842d5c4cf4431e" providerId="LiveId" clId="{3E18CC7B-CFC1-4E27-A1BD-24931C36162E}" dt="2026-02-01T08:37:36.369" v="695" actId="20577"/>
          <ac:spMkLst>
            <pc:docMk/>
            <pc:sldMk cId="4249282133" sldId="261"/>
            <ac:spMk id="15" creationId="{E205881D-DE3B-51AD-746A-6E578C0F95C0}"/>
          </ac:spMkLst>
        </pc:spChg>
        <pc:spChg chg="add mod">
          <ac:chgData name="Or Forshmit" userId="7c842d5c4cf4431e" providerId="LiveId" clId="{3E18CC7B-CFC1-4E27-A1BD-24931C36162E}" dt="2026-02-01T08:38:07.048" v="704" actId="1076"/>
          <ac:spMkLst>
            <pc:docMk/>
            <pc:sldMk cId="4249282133" sldId="261"/>
            <ac:spMk id="18" creationId="{8DF991D4-6276-89D7-3945-8E81BF187875}"/>
          </ac:spMkLst>
        </pc:spChg>
        <pc:spChg chg="add mod">
          <ac:chgData name="Or Forshmit" userId="7c842d5c4cf4431e" providerId="LiveId" clId="{3E18CC7B-CFC1-4E27-A1BD-24931C36162E}" dt="2026-02-01T08:38:37.233" v="714" actId="1076"/>
          <ac:spMkLst>
            <pc:docMk/>
            <pc:sldMk cId="4249282133" sldId="261"/>
            <ac:spMk id="23" creationId="{8E12DF7E-B187-FBE5-30E0-DB655534FBEE}"/>
          </ac:spMkLst>
        </pc:spChg>
        <pc:spChg chg="add mod">
          <ac:chgData name="Or Forshmit" userId="7c842d5c4cf4431e" providerId="LiveId" clId="{3E18CC7B-CFC1-4E27-A1BD-24931C36162E}" dt="2026-02-01T08:38:51.549" v="720" actId="1076"/>
          <ac:spMkLst>
            <pc:docMk/>
            <pc:sldMk cId="4249282133" sldId="261"/>
            <ac:spMk id="29" creationId="{3C9239DF-B83D-5DCF-6DBF-7DF6C2C374DB}"/>
          </ac:spMkLst>
        </pc:spChg>
        <pc:spChg chg="add mod">
          <ac:chgData name="Or Forshmit" userId="7c842d5c4cf4431e" providerId="LiveId" clId="{3E18CC7B-CFC1-4E27-A1BD-24931C36162E}" dt="2026-02-01T08:39:09.512" v="774" actId="20577"/>
          <ac:spMkLst>
            <pc:docMk/>
            <pc:sldMk cId="4249282133" sldId="261"/>
            <ac:spMk id="30" creationId="{C6FA9253-7898-4CF8-D144-7215B044B1BD}"/>
          </ac:spMkLst>
        </pc:spChg>
        <pc:spChg chg="add mod">
          <ac:chgData name="Or Forshmit" userId="7c842d5c4cf4431e" providerId="LiveId" clId="{3E18CC7B-CFC1-4E27-A1BD-24931C36162E}" dt="2026-02-01T08:39:31.945" v="781" actId="1076"/>
          <ac:spMkLst>
            <pc:docMk/>
            <pc:sldMk cId="4249282133" sldId="261"/>
            <ac:spMk id="33" creationId="{A6DB8C2B-09E7-BEEA-4C23-78A752B67DBB}"/>
          </ac:spMkLst>
        </pc:spChg>
        <pc:cxnChg chg="add mod">
          <ac:chgData name="Or Forshmit" userId="7c842d5c4cf4431e" providerId="LiveId" clId="{3E18CC7B-CFC1-4E27-A1BD-24931C36162E}" dt="2026-02-01T08:37:30.690" v="693" actId="1076"/>
          <ac:cxnSpMkLst>
            <pc:docMk/>
            <pc:sldMk cId="4249282133" sldId="261"/>
            <ac:cxnSpMk id="14" creationId="{50FA29AF-A157-1973-A6F5-AE7EA3CEB96A}"/>
          </ac:cxnSpMkLst>
        </pc:cxnChg>
        <pc:cxnChg chg="add mod">
          <ac:chgData name="Or Forshmit" userId="7c842d5c4cf4431e" providerId="LiveId" clId="{3E18CC7B-CFC1-4E27-A1BD-24931C36162E}" dt="2026-02-01T08:38:10.060" v="705" actId="208"/>
          <ac:cxnSpMkLst>
            <pc:docMk/>
            <pc:sldMk cId="4249282133" sldId="261"/>
            <ac:cxnSpMk id="22" creationId="{DA64482E-326B-B813-5F63-D484C440D891}"/>
          </ac:cxnSpMkLst>
        </pc:cxnChg>
        <pc:cxnChg chg="add mod">
          <ac:chgData name="Or Forshmit" userId="7c842d5c4cf4431e" providerId="LiveId" clId="{3E18CC7B-CFC1-4E27-A1BD-24931C36162E}" dt="2026-02-01T08:38:24.676" v="709" actId="14100"/>
          <ac:cxnSpMkLst>
            <pc:docMk/>
            <pc:sldMk cId="4249282133" sldId="261"/>
            <ac:cxnSpMk id="25" creationId="{1DE5EB95-354B-58C8-AD5E-33328AF78807}"/>
          </ac:cxnSpMkLst>
        </pc:cxnChg>
        <pc:cxnChg chg="add mod">
          <ac:chgData name="Or Forshmit" userId="7c842d5c4cf4431e" providerId="LiveId" clId="{3E18CC7B-CFC1-4E27-A1BD-24931C36162E}" dt="2026-02-01T08:39:29.198" v="780" actId="14100"/>
          <ac:cxnSpMkLst>
            <pc:docMk/>
            <pc:sldMk cId="4249282133" sldId="261"/>
            <ac:cxnSpMk id="32" creationId="{084FCE03-AD2C-8375-FF2B-1E57983A0D91}"/>
          </ac:cxnSpMkLst>
        </pc:cxnChg>
      </pc:sldChg>
      <pc:sldChg chg="addSp delSp modSp add mod modNotesTx">
        <pc:chgData name="Or Forshmit" userId="7c842d5c4cf4431e" providerId="LiveId" clId="{3E18CC7B-CFC1-4E27-A1BD-24931C36162E}" dt="2026-02-07T17:34:14.347" v="1416" actId="14100"/>
        <pc:sldMkLst>
          <pc:docMk/>
          <pc:sldMk cId="2324117658" sldId="265"/>
        </pc:sldMkLst>
        <pc:spChg chg="add del">
          <ac:chgData name="Or Forshmit" userId="7c842d5c4cf4431e" providerId="LiveId" clId="{3E18CC7B-CFC1-4E27-A1BD-24931C36162E}" dt="2026-02-07T17:22:39.654" v="917" actId="11529"/>
          <ac:spMkLst>
            <pc:docMk/>
            <pc:sldMk cId="2324117658" sldId="265"/>
            <ac:spMk id="3" creationId="{E8E3FC35-E83D-ECEF-19F0-BD6DD3D82C92}"/>
          </ac:spMkLst>
        </pc:spChg>
        <pc:spChg chg="add del">
          <ac:chgData name="Or Forshmit" userId="7c842d5c4cf4431e" providerId="LiveId" clId="{3E18CC7B-CFC1-4E27-A1BD-24931C36162E}" dt="2026-02-07T17:21:51.972" v="800" actId="478"/>
          <ac:spMkLst>
            <pc:docMk/>
            <pc:sldMk cId="2324117658" sldId="265"/>
            <ac:spMk id="4" creationId="{BA616F40-A2FA-A60F-FCD2-35E166BE1E3C}"/>
          </ac:spMkLst>
        </pc:spChg>
        <pc:spChg chg="add mod">
          <ac:chgData name="Or Forshmit" userId="7c842d5c4cf4431e" providerId="LiveId" clId="{3E18CC7B-CFC1-4E27-A1BD-24931C36162E}" dt="2026-02-07T17:23:26.769" v="956" actId="208"/>
          <ac:spMkLst>
            <pc:docMk/>
            <pc:sldMk cId="2324117658" sldId="265"/>
            <ac:spMk id="16" creationId="{B91B2949-CE4A-8EAD-BE5F-766EE971BFFD}"/>
          </ac:spMkLst>
        </pc:spChg>
        <pc:spChg chg="add mod">
          <ac:chgData name="Or Forshmit" userId="7c842d5c4cf4431e" providerId="LiveId" clId="{3E18CC7B-CFC1-4E27-A1BD-24931C36162E}" dt="2026-02-07T17:23:31.642" v="958" actId="1076"/>
          <ac:spMkLst>
            <pc:docMk/>
            <pc:sldMk cId="2324117658" sldId="265"/>
            <ac:spMk id="17" creationId="{F4484A8F-00D0-64E7-4E07-B1780C08821E}"/>
          </ac:spMkLst>
        </pc:spChg>
        <pc:spChg chg="add mod">
          <ac:chgData name="Or Forshmit" userId="7c842d5c4cf4431e" providerId="LiveId" clId="{3E18CC7B-CFC1-4E27-A1BD-24931C36162E}" dt="2026-02-07T17:23:33.003" v="959"/>
          <ac:spMkLst>
            <pc:docMk/>
            <pc:sldMk cId="2324117658" sldId="265"/>
            <ac:spMk id="18" creationId="{8C181AC3-EE53-D5C7-5879-4FCF83514B22}"/>
          </ac:spMkLst>
        </pc:spChg>
        <pc:spChg chg="add mod">
          <ac:chgData name="Or Forshmit" userId="7c842d5c4cf4431e" providerId="LiveId" clId="{3E18CC7B-CFC1-4E27-A1BD-24931C36162E}" dt="2026-02-07T17:23:33.737" v="960"/>
          <ac:spMkLst>
            <pc:docMk/>
            <pc:sldMk cId="2324117658" sldId="265"/>
            <ac:spMk id="20" creationId="{7842DFF8-5AEC-967A-BAD4-8FEC433F3969}"/>
          </ac:spMkLst>
        </pc:spChg>
        <pc:spChg chg="add mod">
          <ac:chgData name="Or Forshmit" userId="7c842d5c4cf4431e" providerId="LiveId" clId="{3E18CC7B-CFC1-4E27-A1BD-24931C36162E}" dt="2026-02-07T17:23:34.140" v="961"/>
          <ac:spMkLst>
            <pc:docMk/>
            <pc:sldMk cId="2324117658" sldId="265"/>
            <ac:spMk id="21" creationId="{29F924CC-0909-870B-2973-E53CEEDAF3F1}"/>
          </ac:spMkLst>
        </pc:spChg>
        <pc:spChg chg="add mod">
          <ac:chgData name="Or Forshmit" userId="7c842d5c4cf4431e" providerId="LiveId" clId="{3E18CC7B-CFC1-4E27-A1BD-24931C36162E}" dt="2026-02-07T17:23:34.692" v="962"/>
          <ac:spMkLst>
            <pc:docMk/>
            <pc:sldMk cId="2324117658" sldId="265"/>
            <ac:spMk id="22" creationId="{31CA0E9E-C3F7-9DBF-FA23-6EF32E753F12}"/>
          </ac:spMkLst>
        </pc:spChg>
        <pc:spChg chg="add del">
          <ac:chgData name="Or Forshmit" userId="7c842d5c4cf4431e" providerId="LiveId" clId="{3E18CC7B-CFC1-4E27-A1BD-24931C36162E}" dt="2026-02-07T17:21:59.467" v="829" actId="478"/>
          <ac:spMkLst>
            <pc:docMk/>
            <pc:sldMk cId="2324117658" sldId="265"/>
            <ac:spMk id="24" creationId="{6A2D64BC-76DD-09AA-169B-1A9F78FCB2A5}"/>
          </ac:spMkLst>
        </pc:spChg>
        <pc:spChg chg="add mod">
          <ac:chgData name="Or Forshmit" userId="7c842d5c4cf4431e" providerId="LiveId" clId="{3E18CC7B-CFC1-4E27-A1BD-24931C36162E}" dt="2026-02-07T17:23:35.906" v="963"/>
          <ac:spMkLst>
            <pc:docMk/>
            <pc:sldMk cId="2324117658" sldId="265"/>
            <ac:spMk id="25" creationId="{D0AFA6EC-0123-CCBF-A0A7-A6621FDC37BF}"/>
          </ac:spMkLst>
        </pc:spChg>
        <pc:spChg chg="add del">
          <ac:chgData name="Or Forshmit" userId="7c842d5c4cf4431e" providerId="LiveId" clId="{3E18CC7B-CFC1-4E27-A1BD-24931C36162E}" dt="2026-02-07T17:22:01.920" v="830" actId="478"/>
          <ac:spMkLst>
            <pc:docMk/>
            <pc:sldMk cId="2324117658" sldId="265"/>
            <ac:spMk id="26" creationId="{90B932F1-545B-565E-5370-54F99A77CFA4}"/>
          </ac:spMkLst>
        </pc:spChg>
        <pc:spChg chg="add del">
          <ac:chgData name="Or Forshmit" userId="7c842d5c4cf4431e" providerId="LiveId" clId="{3E18CC7B-CFC1-4E27-A1BD-24931C36162E}" dt="2026-02-07T17:21:51.972" v="800" actId="478"/>
          <ac:spMkLst>
            <pc:docMk/>
            <pc:sldMk cId="2324117658" sldId="265"/>
            <ac:spMk id="28" creationId="{01D2F801-6038-B6AA-5813-FD404F2650AD}"/>
          </ac:spMkLst>
        </pc:spChg>
        <pc:spChg chg="add del mod">
          <ac:chgData name="Or Forshmit" userId="7c842d5c4cf4431e" providerId="LiveId" clId="{3E18CC7B-CFC1-4E27-A1BD-24931C36162E}" dt="2026-02-07T17:29:22.141" v="1276" actId="478"/>
          <ac:spMkLst>
            <pc:docMk/>
            <pc:sldMk cId="2324117658" sldId="265"/>
            <ac:spMk id="34" creationId="{F0402292-08F5-03F2-5BAC-171CD47D894B}"/>
          </ac:spMkLst>
        </pc:spChg>
        <pc:spChg chg="add del mod">
          <ac:chgData name="Or Forshmit" userId="7c842d5c4cf4431e" providerId="LiveId" clId="{3E18CC7B-CFC1-4E27-A1BD-24931C36162E}" dt="2026-02-07T17:29:22.141" v="1276" actId="478"/>
          <ac:spMkLst>
            <pc:docMk/>
            <pc:sldMk cId="2324117658" sldId="265"/>
            <ac:spMk id="36" creationId="{AD97CC81-0550-BBC4-D66F-7208AB63D7FB}"/>
          </ac:spMkLst>
        </pc:spChg>
        <pc:spChg chg="add del mod">
          <ac:chgData name="Or Forshmit" userId="7c842d5c4cf4431e" providerId="LiveId" clId="{3E18CC7B-CFC1-4E27-A1BD-24931C36162E}" dt="2026-02-07T17:29:22.141" v="1276" actId="478"/>
          <ac:spMkLst>
            <pc:docMk/>
            <pc:sldMk cId="2324117658" sldId="265"/>
            <ac:spMk id="37" creationId="{3260568A-22BD-5BF3-D9CF-A3446EE8C301}"/>
          </ac:spMkLst>
        </pc:spChg>
        <pc:spChg chg="add del mod">
          <ac:chgData name="Or Forshmit" userId="7c842d5c4cf4431e" providerId="LiveId" clId="{3E18CC7B-CFC1-4E27-A1BD-24931C36162E}" dt="2026-02-07T17:29:22.141" v="1276" actId="478"/>
          <ac:spMkLst>
            <pc:docMk/>
            <pc:sldMk cId="2324117658" sldId="265"/>
            <ac:spMk id="38" creationId="{E95079D5-92BE-F50C-13DA-466BBABAFE90}"/>
          </ac:spMkLst>
        </pc:spChg>
        <pc:spChg chg="add del mod">
          <ac:chgData name="Or Forshmit" userId="7c842d5c4cf4431e" providerId="LiveId" clId="{3E18CC7B-CFC1-4E27-A1BD-24931C36162E}" dt="2026-02-07T17:29:22.141" v="1276" actId="478"/>
          <ac:spMkLst>
            <pc:docMk/>
            <pc:sldMk cId="2324117658" sldId="265"/>
            <ac:spMk id="39" creationId="{C5A56A6A-38F5-CB0F-C7E0-1DA7C2931E67}"/>
          </ac:spMkLst>
        </pc:spChg>
        <pc:spChg chg="add del mod">
          <ac:chgData name="Or Forshmit" userId="7c842d5c4cf4431e" providerId="LiveId" clId="{3E18CC7B-CFC1-4E27-A1BD-24931C36162E}" dt="2026-02-07T17:29:22.141" v="1276" actId="478"/>
          <ac:spMkLst>
            <pc:docMk/>
            <pc:sldMk cId="2324117658" sldId="265"/>
            <ac:spMk id="41" creationId="{8F98D6C1-471F-C53B-7490-8456802A0C86}"/>
          </ac:spMkLst>
        </pc:spChg>
        <pc:spChg chg="add del mod">
          <ac:chgData name="Or Forshmit" userId="7c842d5c4cf4431e" providerId="LiveId" clId="{3E18CC7B-CFC1-4E27-A1BD-24931C36162E}" dt="2026-02-07T17:29:22.141" v="1276" actId="478"/>
          <ac:spMkLst>
            <pc:docMk/>
            <pc:sldMk cId="2324117658" sldId="265"/>
            <ac:spMk id="42" creationId="{4ED8CAC0-E280-2066-0594-814106847DB2}"/>
          </ac:spMkLst>
        </pc:spChg>
        <pc:spChg chg="add mod">
          <ac:chgData name="Or Forshmit" userId="7c842d5c4cf4431e" providerId="LiveId" clId="{3E18CC7B-CFC1-4E27-A1BD-24931C36162E}" dt="2026-02-07T17:29:52.497" v="1307" actId="1076"/>
          <ac:spMkLst>
            <pc:docMk/>
            <pc:sldMk cId="2324117658" sldId="265"/>
            <ac:spMk id="75" creationId="{D4E26AFE-9C31-1B3E-A44C-74846B7D70D1}"/>
          </ac:spMkLst>
        </pc:spChg>
        <pc:spChg chg="add mod">
          <ac:chgData name="Or Forshmit" userId="7c842d5c4cf4431e" providerId="LiveId" clId="{3E18CC7B-CFC1-4E27-A1BD-24931C36162E}" dt="2026-02-07T17:29:52.497" v="1307" actId="1076"/>
          <ac:spMkLst>
            <pc:docMk/>
            <pc:sldMk cId="2324117658" sldId="265"/>
            <ac:spMk id="76" creationId="{67B878B3-F1DC-AD21-95CA-77785A5581F6}"/>
          </ac:spMkLst>
        </pc:spChg>
        <pc:spChg chg="add mod">
          <ac:chgData name="Or Forshmit" userId="7c842d5c4cf4431e" providerId="LiveId" clId="{3E18CC7B-CFC1-4E27-A1BD-24931C36162E}" dt="2026-02-07T17:31:53.884" v="1374" actId="1035"/>
          <ac:spMkLst>
            <pc:docMk/>
            <pc:sldMk cId="2324117658" sldId="265"/>
            <ac:spMk id="77" creationId="{68F0B5FE-5F6E-31AE-B635-883429E66515}"/>
          </ac:spMkLst>
        </pc:spChg>
        <pc:spChg chg="add mod">
          <ac:chgData name="Or Forshmit" userId="7c842d5c4cf4431e" providerId="LiveId" clId="{3E18CC7B-CFC1-4E27-A1BD-24931C36162E}" dt="2026-02-07T17:33:03.199" v="1393" actId="1076"/>
          <ac:spMkLst>
            <pc:docMk/>
            <pc:sldMk cId="2324117658" sldId="265"/>
            <ac:spMk id="78" creationId="{724FB962-68B8-2A56-DAC4-8813AE63EE1A}"/>
          </ac:spMkLst>
        </pc:spChg>
        <pc:spChg chg="add mod">
          <ac:chgData name="Or Forshmit" userId="7c842d5c4cf4431e" providerId="LiveId" clId="{3E18CC7B-CFC1-4E27-A1BD-24931C36162E}" dt="2026-02-07T17:31:58.263" v="1378" actId="1035"/>
          <ac:spMkLst>
            <pc:docMk/>
            <pc:sldMk cId="2324117658" sldId="265"/>
            <ac:spMk id="79" creationId="{1CD748E4-70E6-4BBA-945F-900B75C78ADF}"/>
          </ac:spMkLst>
        </pc:spChg>
        <pc:spChg chg="add mod">
          <ac:chgData name="Or Forshmit" userId="7c842d5c4cf4431e" providerId="LiveId" clId="{3E18CC7B-CFC1-4E27-A1BD-24931C36162E}" dt="2026-02-07T17:32:00.486" v="1380" actId="1035"/>
          <ac:spMkLst>
            <pc:docMk/>
            <pc:sldMk cId="2324117658" sldId="265"/>
            <ac:spMk id="80" creationId="{4D0C05A6-C662-1E8D-1F44-BE928ECF11A9}"/>
          </ac:spMkLst>
        </pc:spChg>
        <pc:spChg chg="add mod">
          <ac:chgData name="Or Forshmit" userId="7c842d5c4cf4431e" providerId="LiveId" clId="{3E18CC7B-CFC1-4E27-A1BD-24931C36162E}" dt="2026-02-07T17:32:02.783" v="1382" actId="1035"/>
          <ac:spMkLst>
            <pc:docMk/>
            <pc:sldMk cId="2324117658" sldId="265"/>
            <ac:spMk id="81" creationId="{89534695-B330-C5D7-D273-FA6CC6D6F04D}"/>
          </ac:spMkLst>
        </pc:spChg>
        <pc:cxnChg chg="mod">
          <ac:chgData name="Or Forshmit" userId="7c842d5c4cf4431e" providerId="LiveId" clId="{3E18CC7B-CFC1-4E27-A1BD-24931C36162E}" dt="2026-02-07T17:23:05.285" v="952" actId="1037"/>
          <ac:cxnSpMkLst>
            <pc:docMk/>
            <pc:sldMk cId="2324117658" sldId="265"/>
            <ac:cxnSpMk id="2" creationId="{88A0F7D6-248C-0D9E-27DF-88580BEB44C0}"/>
          </ac:cxnSpMkLst>
        </pc:cxnChg>
        <pc:cxnChg chg="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6" creationId="{A446FEE9-8DFC-131B-8E2F-72994B57AB86}"/>
          </ac:cxnSpMkLst>
        </pc:cxnChg>
        <pc:cxnChg chg="add 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10" creationId="{1870926D-F822-0CA3-30BA-24D2F9718F6A}"/>
          </ac:cxnSpMkLst>
        </pc:cxnChg>
        <pc:cxnChg chg="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15" creationId="{45B223B0-7728-2DD1-8146-288E7ED5843C}"/>
          </ac:cxnSpMkLst>
        </pc:cxnChg>
        <pc:cxnChg chg="add del mod">
          <ac:chgData name="Or Forshmit" userId="7c842d5c4cf4431e" providerId="LiveId" clId="{3E18CC7B-CFC1-4E27-A1BD-24931C36162E}" dt="2026-02-07T17:23:05.285" v="952" actId="1037"/>
          <ac:cxnSpMkLst>
            <pc:docMk/>
            <pc:sldMk cId="2324117658" sldId="265"/>
            <ac:cxnSpMk id="19" creationId="{1FA847F1-B70E-120F-2BF0-EC45ED98EADE}"/>
          </ac:cxnSpMkLst>
        </pc:cxnChg>
        <pc:cxnChg chg="add 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23" creationId="{48D710C3-6D70-3C6B-6F70-0AA3B0512690}"/>
          </ac:cxnSpMkLst>
        </pc:cxnChg>
        <pc:cxnChg chg="add 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29" creationId="{2C1E3CDF-99D6-1726-C6E5-08011A551D64}"/>
          </ac:cxnSpMkLst>
        </pc:cxnChg>
        <pc:cxnChg chg="add mod">
          <ac:chgData name="Or Forshmit" userId="7c842d5c4cf4431e" providerId="LiveId" clId="{3E18CC7B-CFC1-4E27-A1BD-24931C36162E}" dt="2026-02-07T17:24:15.743" v="978" actId="692"/>
          <ac:cxnSpMkLst>
            <pc:docMk/>
            <pc:sldMk cId="2324117658" sldId="265"/>
            <ac:cxnSpMk id="30" creationId="{EF5BA9AD-69E3-30C6-454B-0E3CFFF2C056}"/>
          </ac:cxnSpMkLst>
        </pc:cxnChg>
        <pc:cxnChg chg="add mod">
          <ac:chgData name="Or Forshmit" userId="7c842d5c4cf4431e" providerId="LiveId" clId="{3E18CC7B-CFC1-4E27-A1BD-24931C36162E}" dt="2026-02-07T17:31:07.308" v="1342" actId="1037"/>
          <ac:cxnSpMkLst>
            <pc:docMk/>
            <pc:sldMk cId="2324117658" sldId="265"/>
            <ac:cxnSpMk id="31" creationId="{7C700307-E07B-E3E1-BA21-35E26D7ADCFD}"/>
          </ac:cxnSpMkLst>
        </pc:cxnChg>
        <pc:cxnChg chg="add 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32" creationId="{453F85D6-C558-7938-8C42-61BB88FB6C9F}"/>
          </ac:cxnSpMkLst>
        </pc:cxnChg>
        <pc:cxnChg chg="add mod">
          <ac:chgData name="Or Forshmit" userId="7c842d5c4cf4431e" providerId="LiveId" clId="{3E18CC7B-CFC1-4E27-A1BD-24931C36162E}" dt="2026-02-07T17:31:50.027" v="1372" actId="14100"/>
          <ac:cxnSpMkLst>
            <pc:docMk/>
            <pc:sldMk cId="2324117658" sldId="265"/>
            <ac:cxnSpMk id="33" creationId="{AF75C312-3271-2277-A675-CF392705561B}"/>
          </ac:cxnSpMkLst>
        </pc:cxnChg>
        <pc:cxnChg chg="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35" creationId="{9A1DB54F-1AFB-4442-EEBB-802328168074}"/>
          </ac:cxnSpMkLst>
        </pc:cxnChg>
        <pc:cxnChg chg="add del">
          <ac:chgData name="Or Forshmit" userId="7c842d5c4cf4431e" providerId="LiveId" clId="{3E18CC7B-CFC1-4E27-A1BD-24931C36162E}" dt="2026-02-07T17:21:51.972" v="800" actId="478"/>
          <ac:cxnSpMkLst>
            <pc:docMk/>
            <pc:sldMk cId="2324117658" sldId="265"/>
            <ac:cxnSpMk id="40" creationId="{65A67638-5788-8C46-03F3-43BEADF8ACE8}"/>
          </ac:cxnSpMkLst>
        </pc:cxnChg>
        <pc:cxnChg chg="add mod">
          <ac:chgData name="Or Forshmit" userId="7c842d5c4cf4431e" providerId="LiveId" clId="{3E18CC7B-CFC1-4E27-A1BD-24931C36162E}" dt="2026-02-07T17:25:50.669" v="1109" actId="1582"/>
          <ac:cxnSpMkLst>
            <pc:docMk/>
            <pc:sldMk cId="2324117658" sldId="265"/>
            <ac:cxnSpMk id="44" creationId="{5A175133-F3AC-67CA-5211-F92160658458}"/>
          </ac:cxnSpMkLst>
        </pc:cxnChg>
        <pc:cxnChg chg="add del mod">
          <ac:chgData name="Or Forshmit" userId="7c842d5c4cf4431e" providerId="LiveId" clId="{3E18CC7B-CFC1-4E27-A1BD-24931C36162E}" dt="2026-02-07T17:25:27.812" v="1105" actId="478"/>
          <ac:cxnSpMkLst>
            <pc:docMk/>
            <pc:sldMk cId="2324117658" sldId="265"/>
            <ac:cxnSpMk id="45" creationId="{352378A9-5508-8013-651A-CE0B04EA62CB}"/>
          </ac:cxnSpMkLst>
        </pc:cxnChg>
        <pc:cxnChg chg="add del mod">
          <ac:chgData name="Or Forshmit" userId="7c842d5c4cf4431e" providerId="LiveId" clId="{3E18CC7B-CFC1-4E27-A1BD-24931C36162E}" dt="2026-02-07T17:25:26.632" v="1104" actId="478"/>
          <ac:cxnSpMkLst>
            <pc:docMk/>
            <pc:sldMk cId="2324117658" sldId="265"/>
            <ac:cxnSpMk id="49" creationId="{4911C97B-DA68-1AB8-6F13-E41D2CA26703}"/>
          </ac:cxnSpMkLst>
        </pc:cxnChg>
        <pc:cxnChg chg="add del mod">
          <ac:chgData name="Or Forshmit" userId="7c842d5c4cf4431e" providerId="LiveId" clId="{3E18CC7B-CFC1-4E27-A1BD-24931C36162E}" dt="2026-02-07T17:25:25.737" v="1103" actId="478"/>
          <ac:cxnSpMkLst>
            <pc:docMk/>
            <pc:sldMk cId="2324117658" sldId="265"/>
            <ac:cxnSpMk id="51" creationId="{8A5D2FB9-EE09-42BB-090D-B3076210F6C3}"/>
          </ac:cxnSpMkLst>
        </pc:cxnChg>
        <pc:cxnChg chg="add mod">
          <ac:chgData name="Or Forshmit" userId="7c842d5c4cf4431e" providerId="LiveId" clId="{3E18CC7B-CFC1-4E27-A1BD-24931C36162E}" dt="2026-02-07T17:26:06.981" v="1114" actId="14100"/>
          <ac:cxnSpMkLst>
            <pc:docMk/>
            <pc:sldMk cId="2324117658" sldId="265"/>
            <ac:cxnSpMk id="54" creationId="{A364B66C-438C-80C4-CA8D-6039E2F33217}"/>
          </ac:cxnSpMkLst>
        </pc:cxnChg>
        <pc:cxnChg chg="add mod">
          <ac:chgData name="Or Forshmit" userId="7c842d5c4cf4431e" providerId="LiveId" clId="{3E18CC7B-CFC1-4E27-A1BD-24931C36162E}" dt="2026-02-07T17:26:10.463" v="1115" actId="14100"/>
          <ac:cxnSpMkLst>
            <pc:docMk/>
            <pc:sldMk cId="2324117658" sldId="265"/>
            <ac:cxnSpMk id="57" creationId="{C704FEE2-59DB-7FB6-A5E8-4891042693D0}"/>
          </ac:cxnSpMkLst>
        </pc:cxnChg>
        <pc:cxnChg chg="add mod">
          <ac:chgData name="Or Forshmit" userId="7c842d5c4cf4431e" providerId="LiveId" clId="{3E18CC7B-CFC1-4E27-A1BD-24931C36162E}" dt="2026-02-07T17:26:22.162" v="1121" actId="14100"/>
          <ac:cxnSpMkLst>
            <pc:docMk/>
            <pc:sldMk cId="2324117658" sldId="265"/>
            <ac:cxnSpMk id="60" creationId="{6C760492-6117-1962-DE3F-FA1E91EA8806}"/>
          </ac:cxnSpMkLst>
        </pc:cxnChg>
        <pc:cxnChg chg="add mod">
          <ac:chgData name="Or Forshmit" userId="7c842d5c4cf4431e" providerId="LiveId" clId="{3E18CC7B-CFC1-4E27-A1BD-24931C36162E}" dt="2026-02-07T17:26:25.630" v="1122" actId="14100"/>
          <ac:cxnSpMkLst>
            <pc:docMk/>
            <pc:sldMk cId="2324117658" sldId="265"/>
            <ac:cxnSpMk id="63" creationId="{6EAAD70F-B93D-7DE9-CB4D-1F76E7F2671B}"/>
          </ac:cxnSpMkLst>
        </pc:cxnChg>
        <pc:cxnChg chg="add mod">
          <ac:chgData name="Or Forshmit" userId="7c842d5c4cf4431e" providerId="LiveId" clId="{3E18CC7B-CFC1-4E27-A1BD-24931C36162E}" dt="2026-02-07T17:26:35.748" v="1127" actId="14100"/>
          <ac:cxnSpMkLst>
            <pc:docMk/>
            <pc:sldMk cId="2324117658" sldId="265"/>
            <ac:cxnSpMk id="66" creationId="{6DF51045-35B6-935A-3FAD-4D8399592698}"/>
          </ac:cxnSpMkLst>
        </pc:cxnChg>
        <pc:cxnChg chg="add mod">
          <ac:chgData name="Or Forshmit" userId="7c842d5c4cf4431e" providerId="LiveId" clId="{3E18CC7B-CFC1-4E27-A1BD-24931C36162E}" dt="2026-02-07T17:26:49.252" v="1131" actId="14100"/>
          <ac:cxnSpMkLst>
            <pc:docMk/>
            <pc:sldMk cId="2324117658" sldId="265"/>
            <ac:cxnSpMk id="70" creationId="{8803989A-153D-6A2F-F328-E55EB49B798F}"/>
          </ac:cxnSpMkLst>
        </pc:cxnChg>
        <pc:cxnChg chg="add mod">
          <ac:chgData name="Or Forshmit" userId="7c842d5c4cf4431e" providerId="LiveId" clId="{3E18CC7B-CFC1-4E27-A1BD-24931C36162E}" dt="2026-02-07T17:31:19.890" v="1347" actId="14100"/>
          <ac:cxnSpMkLst>
            <pc:docMk/>
            <pc:sldMk cId="2324117658" sldId="265"/>
            <ac:cxnSpMk id="84" creationId="{0D620BAD-75B6-5056-EFA4-DE8C0DB6B4C1}"/>
          </ac:cxnSpMkLst>
        </pc:cxnChg>
        <pc:cxnChg chg="add mod">
          <ac:chgData name="Or Forshmit" userId="7c842d5c4cf4431e" providerId="LiveId" clId="{3E18CC7B-CFC1-4E27-A1BD-24931C36162E}" dt="2026-02-07T17:31:32.757" v="1363" actId="14100"/>
          <ac:cxnSpMkLst>
            <pc:docMk/>
            <pc:sldMk cId="2324117658" sldId="265"/>
            <ac:cxnSpMk id="88" creationId="{643BCDEC-FCEC-23B4-E211-0C5B5B5FA82B}"/>
          </ac:cxnSpMkLst>
        </pc:cxnChg>
        <pc:cxnChg chg="add mod">
          <ac:chgData name="Or Forshmit" userId="7c842d5c4cf4431e" providerId="LiveId" clId="{3E18CC7B-CFC1-4E27-A1BD-24931C36162E}" dt="2026-02-07T17:33:30.851" v="1397" actId="14100"/>
          <ac:cxnSpMkLst>
            <pc:docMk/>
            <pc:sldMk cId="2324117658" sldId="265"/>
            <ac:cxnSpMk id="92" creationId="{7D67A23A-8153-DCC5-112D-DECCF28D7185}"/>
          </ac:cxnSpMkLst>
        </pc:cxnChg>
        <pc:cxnChg chg="add del mod">
          <ac:chgData name="Or Forshmit" userId="7c842d5c4cf4431e" providerId="LiveId" clId="{3E18CC7B-CFC1-4E27-A1BD-24931C36162E}" dt="2026-02-07T17:33:06.505" v="1395" actId="478"/>
          <ac:cxnSpMkLst>
            <pc:docMk/>
            <pc:sldMk cId="2324117658" sldId="265"/>
            <ac:cxnSpMk id="93" creationId="{9E6D5C52-CDCD-4ADC-0485-AA06DDDCA0C5}"/>
          </ac:cxnSpMkLst>
        </pc:cxnChg>
        <pc:cxnChg chg="add del mod">
          <ac:chgData name="Or Forshmit" userId="7c842d5c4cf4431e" providerId="LiveId" clId="{3E18CC7B-CFC1-4E27-A1BD-24931C36162E}" dt="2026-02-07T17:32:57.617" v="1390" actId="478"/>
          <ac:cxnSpMkLst>
            <pc:docMk/>
            <pc:sldMk cId="2324117658" sldId="265"/>
            <ac:cxnSpMk id="94" creationId="{22D550E4-38C2-6E44-7922-D071AEBDF3CA}"/>
          </ac:cxnSpMkLst>
        </pc:cxnChg>
        <pc:cxnChg chg="add del mod">
          <ac:chgData name="Or Forshmit" userId="7c842d5c4cf4431e" providerId="LiveId" clId="{3E18CC7B-CFC1-4E27-A1BD-24931C36162E}" dt="2026-02-07T17:32:57.617" v="1390" actId="478"/>
          <ac:cxnSpMkLst>
            <pc:docMk/>
            <pc:sldMk cId="2324117658" sldId="265"/>
            <ac:cxnSpMk id="95" creationId="{B7653DD8-587B-964E-0294-C0892D0C4F45}"/>
          </ac:cxnSpMkLst>
        </pc:cxnChg>
        <pc:cxnChg chg="add del mod">
          <ac:chgData name="Or Forshmit" userId="7c842d5c4cf4431e" providerId="LiveId" clId="{3E18CC7B-CFC1-4E27-A1BD-24931C36162E}" dt="2026-02-07T17:32:57.617" v="1390" actId="478"/>
          <ac:cxnSpMkLst>
            <pc:docMk/>
            <pc:sldMk cId="2324117658" sldId="265"/>
            <ac:cxnSpMk id="96" creationId="{899568BD-B288-B350-1E70-52A73D9AC412}"/>
          </ac:cxnSpMkLst>
        </pc:cxnChg>
        <pc:cxnChg chg="add mod">
          <ac:chgData name="Or Forshmit" userId="7c842d5c4cf4431e" providerId="LiveId" clId="{3E18CC7B-CFC1-4E27-A1BD-24931C36162E}" dt="2026-02-07T17:33:03.773" v="1394"/>
          <ac:cxnSpMkLst>
            <pc:docMk/>
            <pc:sldMk cId="2324117658" sldId="265"/>
            <ac:cxnSpMk id="106" creationId="{393D2C4D-C33D-DD50-ED4A-C17E10207351}"/>
          </ac:cxnSpMkLst>
        </pc:cxnChg>
        <pc:cxnChg chg="add mod">
          <ac:chgData name="Or Forshmit" userId="7c842d5c4cf4431e" providerId="LiveId" clId="{3E18CC7B-CFC1-4E27-A1BD-24931C36162E}" dt="2026-02-07T17:33:41.756" v="1402" actId="14100"/>
          <ac:cxnSpMkLst>
            <pc:docMk/>
            <pc:sldMk cId="2324117658" sldId="265"/>
            <ac:cxnSpMk id="109" creationId="{15DA7AF0-AEAF-2084-E767-FA66813A4A28}"/>
          </ac:cxnSpMkLst>
        </pc:cxnChg>
        <pc:cxnChg chg="add mod">
          <ac:chgData name="Or Forshmit" userId="7c842d5c4cf4431e" providerId="LiveId" clId="{3E18CC7B-CFC1-4E27-A1BD-24931C36162E}" dt="2026-02-07T17:33:59.829" v="1408" actId="14100"/>
          <ac:cxnSpMkLst>
            <pc:docMk/>
            <pc:sldMk cId="2324117658" sldId="265"/>
            <ac:cxnSpMk id="113" creationId="{DC99AA7F-BA9E-F065-6C85-7F1D6D31170F}"/>
          </ac:cxnSpMkLst>
        </pc:cxnChg>
        <pc:cxnChg chg="add mod">
          <ac:chgData name="Or Forshmit" userId="7c842d5c4cf4431e" providerId="LiveId" clId="{3E18CC7B-CFC1-4E27-A1BD-24931C36162E}" dt="2026-02-07T17:34:05.743" v="1411" actId="14100"/>
          <ac:cxnSpMkLst>
            <pc:docMk/>
            <pc:sldMk cId="2324117658" sldId="265"/>
            <ac:cxnSpMk id="117" creationId="{8713838C-D6F8-BD56-1B2E-0F7440BD2143}"/>
          </ac:cxnSpMkLst>
        </pc:cxnChg>
        <pc:cxnChg chg="add mod">
          <ac:chgData name="Or Forshmit" userId="7c842d5c4cf4431e" providerId="LiveId" clId="{3E18CC7B-CFC1-4E27-A1BD-24931C36162E}" dt="2026-02-07T17:34:14.347" v="1416" actId="14100"/>
          <ac:cxnSpMkLst>
            <pc:docMk/>
            <pc:sldMk cId="2324117658" sldId="265"/>
            <ac:cxnSpMk id="122" creationId="{A950FCC1-2B43-75F1-0411-FE631167A13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E6FCBF-32B6-47D0-9AE4-AC041F07E2DD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2491D-C4AE-4DEA-AA61-27B830F6AD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307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3 – שקף 26 – 01:40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419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4 – שקף 30 – 02:24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81502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AD665-8CBB-2373-1198-135CDCC1A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B7193C-F044-1979-C278-4D0CEF50E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C406-CF8D-0FF7-6174-281523567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תרגול 4 – שקף 16 – 00:37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D0927-CF05-ECDC-0CEA-7A6D41BE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5010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6B411-CF63-7A3A-12BD-CB09F58A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FD600-EF2E-39B6-68E6-98B8754FD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CAB6D9-1951-1FF0-2FD0-5CE71F935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6 – שקף 15 – 01:13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904EE-D423-8CBC-6B9B-A733F9E87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474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7 – שקף 25 – 01:32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794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BD3B6-10FD-E7FB-0B81-2F17CCC55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8CFE1-6D22-20E4-F0CD-06CA477699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05C30C-E738-FD40-1D3F-EE136329D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תרגול 7 – שקף 13 – 00:41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B7D2-D8D6-4A24-4555-F82B41310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83892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298A0-2C82-022F-0863-3CB21EF12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9D7DE-A630-DA7C-8943-AFFD6C2C30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0792F-F872-C5C6-DFFE-0D8C80A89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9 – שקף 19 – 01:11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6365D-04DA-0447-AE16-A558915D8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3748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57020-C022-B8D2-1360-CD772AF00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A33BC3-4B07-396D-DD27-46AA49B46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1F425B-3B34-CE51-F95A-D95AC1EADB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9 – שקף 19 – 01:15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68D36-E507-16E2-88EC-96DB790137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62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A0CD4-1DA4-F72F-AF5F-E3676ED50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7076D-975C-C3E6-0AFD-ADC642F65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37B1D1-650B-8C98-6118-A301ADDD0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9 – שקף 19 – 01:15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5E97C-35F5-3CF9-9F3C-423CEFFF35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4545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9F8FF-CA98-E2CB-3023-F3666BEB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0E8BC6-C921-C4AC-C305-EE6E1B222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80915-4990-B25A-AC67-E3A80730D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12 – שקף 24 – 01:09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A0237-DA57-62CC-C8D9-96E787FF9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251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99D3-FA6F-1E88-3EB1-E05078281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05F7F1-874A-DCB1-BA7B-D81B18074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3C965-D2C3-CC71-B38F-AD998456E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B78BC-9B62-90E6-6931-D763EFF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EC3A9-34EB-B589-F3D0-EFF06F78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338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CA3D-EEAD-8ADF-0EE4-6ECD1E1E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C276B-82BE-5CC5-F6E5-F1FF7DD72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11DB1-605A-A2E5-2FF4-6A8212C7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48097-CB02-CE0B-747D-320521D4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4089D-AD6C-BEB9-27D3-11A429E16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153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3CAFC-B28B-29F3-0AD1-B104A94A6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A32E4-F6CD-3D60-8A11-960E0DE4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F1A50-8609-C660-476A-21C932DC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16479-4BD5-9B5F-54D0-1115A032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5ACFA0-A751-5580-91E2-40069D76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204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F4B5-7443-5D67-4886-81B959386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96623-9BF8-1F84-C61D-CB305A904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AE0A1E-1964-FE04-BB40-76E6006F0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514CB-D439-2CA8-FD52-95D8F2D48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8C981-6319-B6D3-C5EE-9330889CF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C213A-8D4D-8FC4-D396-C59CFD79F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385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7C0A2-BDEC-1485-CD54-8FD7DF9AA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E39F8-ACAC-CC17-07F2-82AD98ECA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3425D0-7C61-7765-0290-A664BC80B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A6F7C-3BAE-EFAC-F93A-1BF6B206E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334303-B5EA-E02E-9378-4F532E91A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0D2E1A-0842-CFE7-C12D-24FF32B9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D7D18D-7392-3A66-1FE7-F22E2AD32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C4DDE-DD37-4D10-64A3-9E3BD0B5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78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A954A-BF73-4133-276C-1E9B35C9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E7702F-3993-3DBF-C99C-B3DEDB2CD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4FC1D3-BE3E-92C1-49EB-3B11BA98E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0D8B9-DE22-8AED-9532-E985816CB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5855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5C9111-6511-3F2D-F401-DDCF8669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49131E-E55B-D49D-4907-87D723DB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5A9EF-2479-5DB4-B135-9C8CB6088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33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A383-A844-A623-A0CA-FF558801B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E43B1-46AE-9510-00FF-A4AF18262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3ED839-0166-55C6-606B-81B41CE4E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84ACD-ED7F-4479-2D7D-FEE37220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F745D0-AC7B-4C35-FA99-215332F4E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252B2-A358-990D-1864-52809D29B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611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F70BB-6CF8-E2CB-5999-95AF9D4C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AEE668-82EF-1385-162E-89151A91F8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6772-E005-E4C5-F7A0-7D5A3454B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4D0C2-29D5-E94C-4548-005C452E9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E035A-8CDD-0242-A09C-FA5B4568E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184D9-C51A-77FF-7EEC-24A1A30E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88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ED259-43F6-223B-C8B0-FDBA38B8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BBE3DC-3E41-8808-AD3E-8BEC2591E7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60386-2E53-53B8-6305-6B18B2E9A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522B9-0BFD-76A6-F1C6-979CBB84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24BBB-E2DE-3526-35F9-A69869E5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219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7968-CEE8-F042-55ED-894F742A28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442A8-F237-3EDF-7DB3-DFC368F7AD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D7EE4-D67B-AC22-DCAD-09C779A5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45259-C1C2-8A88-0F6B-F594D7CCA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4E4D2-1328-A9CA-0F47-137198762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785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857C4E-90E9-FC5A-2855-21BE08AF8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7950D-8336-FC7F-13FB-C532CF6FD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B05C4-3C44-9A7F-B4DB-2172845408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658A5-19D4-4454-889E-14DA804222B5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360A-1AB1-3D75-4927-E93973A539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72386-684A-8D07-3249-CAD9CE33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470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/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/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9FF9F6E-9897-AC4A-F4EB-1602251E69B0}"/>
              </a:ext>
            </a:extLst>
          </p:cNvPr>
          <p:cNvSpPr txBox="1"/>
          <p:nvPr/>
        </p:nvSpPr>
        <p:spPr>
          <a:xfrm>
            <a:off x="2579914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Yes</a:t>
            </a:r>
          </a:p>
          <a:p>
            <a:r>
              <a:rPr lang="en-GB" dirty="0"/>
              <a:t>No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4ADE07-E398-859F-C2CE-B5009C692F25}"/>
              </a:ext>
            </a:extLst>
          </p:cNvPr>
          <p:cNvSpPr txBox="1"/>
          <p:nvPr/>
        </p:nvSpPr>
        <p:spPr>
          <a:xfrm>
            <a:off x="4169228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</a:t>
            </a:r>
          </a:p>
          <a:p>
            <a:r>
              <a:rPr lang="en-GB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1074688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E96E585-D0F6-AFA7-2B6D-379CDB39F62A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788372-E4A1-A568-C205-678E40421054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6FD1694-AF4B-FC23-DC18-3582D2AAE626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54E99-1752-70BE-D1EC-60D30BE15F84}"/>
              </a:ext>
            </a:extLst>
          </p:cNvPr>
          <p:cNvCxnSpPr/>
          <p:nvPr/>
        </p:nvCxnSpPr>
        <p:spPr>
          <a:xfrm>
            <a:off x="1545772" y="1621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FE35EA-F40C-1CBF-60E6-2FECC212D59F}"/>
              </a:ext>
            </a:extLst>
          </p:cNvPr>
          <p:cNvCxnSpPr/>
          <p:nvPr/>
        </p:nvCxnSpPr>
        <p:spPr>
          <a:xfrm>
            <a:off x="1545772" y="1240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1086DF-A99D-D4BA-A97B-3F0E789A77DB}"/>
              </a:ext>
            </a:extLst>
          </p:cNvPr>
          <p:cNvCxnSpPr/>
          <p:nvPr/>
        </p:nvCxnSpPr>
        <p:spPr>
          <a:xfrm flipV="1">
            <a:off x="6825343" y="455024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64C1CCC-0BD9-7A02-92E8-58BF67292A98}"/>
              </a:ext>
            </a:extLst>
          </p:cNvPr>
          <p:cNvCxnSpPr>
            <a:cxnSpLocks/>
          </p:cNvCxnSpPr>
          <p:nvPr/>
        </p:nvCxnSpPr>
        <p:spPr>
          <a:xfrm>
            <a:off x="6825343" y="2588624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3AF0CA6-89FB-952D-CF1F-AFD6957A5D73}"/>
              </a:ext>
            </a:extLst>
          </p:cNvPr>
          <p:cNvSpPr/>
          <p:nvPr/>
        </p:nvSpPr>
        <p:spPr>
          <a:xfrm>
            <a:off x="7276010" y="13585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68621B5-9323-491D-3A01-1EB78C7A6D00}"/>
              </a:ext>
            </a:extLst>
          </p:cNvPr>
          <p:cNvCxnSpPr/>
          <p:nvPr/>
        </p:nvCxnSpPr>
        <p:spPr>
          <a:xfrm>
            <a:off x="6270172" y="1576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64A790-9BB9-03F2-BE84-0E023A4BB39B}"/>
              </a:ext>
            </a:extLst>
          </p:cNvPr>
          <p:cNvCxnSpPr/>
          <p:nvPr/>
        </p:nvCxnSpPr>
        <p:spPr>
          <a:xfrm>
            <a:off x="6270172" y="1195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C855802-1FA8-61E5-C02F-8C83A13718AA}"/>
              </a:ext>
            </a:extLst>
          </p:cNvPr>
          <p:cNvSpPr/>
          <p:nvPr/>
        </p:nvSpPr>
        <p:spPr>
          <a:xfrm>
            <a:off x="8130541" y="133567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A460BD-3665-1F2E-31DA-4CF3043BB802}"/>
              </a:ext>
            </a:extLst>
          </p:cNvPr>
          <p:cNvCxnSpPr>
            <a:cxnSpLocks/>
          </p:cNvCxnSpPr>
          <p:nvPr/>
        </p:nvCxnSpPr>
        <p:spPr>
          <a:xfrm flipV="1">
            <a:off x="6607629" y="671648"/>
            <a:ext cx="1850572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0256894-897B-ED3F-DB39-414D903A8A42}"/>
              </a:ext>
            </a:extLst>
          </p:cNvPr>
          <p:cNvCxnSpPr>
            <a:cxnSpLocks/>
          </p:cNvCxnSpPr>
          <p:nvPr/>
        </p:nvCxnSpPr>
        <p:spPr>
          <a:xfrm flipH="1" flipV="1">
            <a:off x="7104014" y="671648"/>
            <a:ext cx="1691644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D7F8446-CD3A-AD2F-6A4A-8749F5F67C1E}"/>
              </a:ext>
            </a:extLst>
          </p:cNvPr>
          <p:cNvCxnSpPr/>
          <p:nvPr/>
        </p:nvCxnSpPr>
        <p:spPr>
          <a:xfrm flipV="1">
            <a:off x="2146662" y="33201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EC59C41-7B22-F0CC-A618-8AF18AFC3E0C}"/>
              </a:ext>
            </a:extLst>
          </p:cNvPr>
          <p:cNvCxnSpPr>
            <a:cxnSpLocks/>
          </p:cNvCxnSpPr>
          <p:nvPr/>
        </p:nvCxnSpPr>
        <p:spPr>
          <a:xfrm>
            <a:off x="2146662" y="54537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6C360C5F-B0E4-0898-41E5-D52467FBD96A}"/>
              </a:ext>
            </a:extLst>
          </p:cNvPr>
          <p:cNvSpPr/>
          <p:nvPr/>
        </p:nvSpPr>
        <p:spPr>
          <a:xfrm>
            <a:off x="2452010" y="3924767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93F9D94-EE90-04EB-0566-0C02115718EE}"/>
              </a:ext>
            </a:extLst>
          </p:cNvPr>
          <p:cNvCxnSpPr>
            <a:cxnSpLocks/>
          </p:cNvCxnSpPr>
          <p:nvPr/>
        </p:nvCxnSpPr>
        <p:spPr>
          <a:xfrm>
            <a:off x="1568631" y="5310778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9347212-1D03-EDE9-28D4-6509ACF555BF}"/>
              </a:ext>
            </a:extLst>
          </p:cNvPr>
          <p:cNvCxnSpPr>
            <a:cxnSpLocks/>
          </p:cNvCxnSpPr>
          <p:nvPr/>
        </p:nvCxnSpPr>
        <p:spPr>
          <a:xfrm>
            <a:off x="1568631" y="3690257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A34F55D-F4F9-F33D-1344-29CAE4EB1071}"/>
              </a:ext>
            </a:extLst>
          </p:cNvPr>
          <p:cNvSpPr/>
          <p:nvPr/>
        </p:nvSpPr>
        <p:spPr>
          <a:xfrm>
            <a:off x="3101882" y="5040652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C1D4211-44DD-EC0C-2AF9-7C5626FF306F}"/>
              </a:ext>
            </a:extLst>
          </p:cNvPr>
          <p:cNvSpPr/>
          <p:nvPr/>
        </p:nvSpPr>
        <p:spPr>
          <a:xfrm>
            <a:off x="4389122" y="4488349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F139DA-C07E-4F9E-8445-EA58C3C56D96}"/>
              </a:ext>
            </a:extLst>
          </p:cNvPr>
          <p:cNvCxnSpPr>
            <a:cxnSpLocks/>
          </p:cNvCxnSpPr>
          <p:nvPr/>
        </p:nvCxnSpPr>
        <p:spPr>
          <a:xfrm flipV="1">
            <a:off x="1589053" y="4562220"/>
            <a:ext cx="3353609" cy="6314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2FD2B-C98E-0CFF-BF0D-079BCB993486}"/>
              </a:ext>
            </a:extLst>
          </p:cNvPr>
          <p:cNvCxnSpPr>
            <a:cxnSpLocks/>
          </p:cNvCxnSpPr>
          <p:nvPr/>
        </p:nvCxnSpPr>
        <p:spPr>
          <a:xfrm>
            <a:off x="1552847" y="3919475"/>
            <a:ext cx="3399072" cy="42591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C004F0B-936D-231E-BAF3-AB98C90F1B6D}"/>
              </a:ext>
            </a:extLst>
          </p:cNvPr>
          <p:cNvCxnSpPr>
            <a:cxnSpLocks/>
          </p:cNvCxnSpPr>
          <p:nvPr/>
        </p:nvCxnSpPr>
        <p:spPr>
          <a:xfrm>
            <a:off x="3791229" y="3444604"/>
            <a:ext cx="771796" cy="1937657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B83CF-B47A-C71C-5AD3-3DDCC0D8FAFE}"/>
              </a:ext>
            </a:extLst>
          </p:cNvPr>
          <p:cNvCxnSpPr>
            <a:cxnSpLocks/>
          </p:cNvCxnSpPr>
          <p:nvPr/>
        </p:nvCxnSpPr>
        <p:spPr>
          <a:xfrm>
            <a:off x="1568631" y="3775167"/>
            <a:ext cx="3358247" cy="114149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E9F279A-01B7-CE04-80E9-0C7F17DE0F95}"/>
              </a:ext>
            </a:extLst>
          </p:cNvPr>
          <p:cNvCxnSpPr>
            <a:cxnSpLocks/>
          </p:cNvCxnSpPr>
          <p:nvPr/>
        </p:nvCxnSpPr>
        <p:spPr>
          <a:xfrm flipV="1">
            <a:off x="1543590" y="4097157"/>
            <a:ext cx="3374031" cy="62995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51BE9AB-FB7C-6F2D-3949-E44076A4932A}"/>
              </a:ext>
            </a:extLst>
          </p:cNvPr>
          <p:cNvCxnSpPr>
            <a:cxnSpLocks/>
          </p:cNvCxnSpPr>
          <p:nvPr/>
        </p:nvCxnSpPr>
        <p:spPr>
          <a:xfrm flipV="1">
            <a:off x="3293835" y="3444604"/>
            <a:ext cx="1241840" cy="186617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069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562E-0AD6-86A0-9325-FCB6EAF4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EC2F423-9D86-F2E9-0607-F020D663AE8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293FE47-4A59-BF05-AA86-034ED497989A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7041A7F9-123B-B335-D471-5F4B54A3C595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1EB8C1-864B-5F2E-C7BA-76DD71ED6480}"/>
              </a:ext>
            </a:extLst>
          </p:cNvPr>
          <p:cNvSpPr/>
          <p:nvPr/>
        </p:nvSpPr>
        <p:spPr>
          <a:xfrm>
            <a:off x="3518265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2421D5-1DBA-F7EF-C817-DA254AA4112F}"/>
              </a:ext>
            </a:extLst>
          </p:cNvPr>
          <p:cNvSpPr/>
          <p:nvPr/>
        </p:nvSpPr>
        <p:spPr>
          <a:xfrm>
            <a:off x="448492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C7063C-F023-65AF-9670-3F970B32C102}"/>
              </a:ext>
            </a:extLst>
          </p:cNvPr>
          <p:cNvSpPr txBox="1"/>
          <p:nvPr/>
        </p:nvSpPr>
        <p:spPr>
          <a:xfrm>
            <a:off x="2405743" y="1034925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728DC-B9F0-85F8-FD5E-E0F508F5D94B}"/>
              </a:ext>
            </a:extLst>
          </p:cNvPr>
          <p:cNvSpPr txBox="1"/>
          <p:nvPr/>
        </p:nvSpPr>
        <p:spPr>
          <a:xfrm>
            <a:off x="3395251" y="1057784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0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3D48DF-7262-E90A-68FE-E3493DCE07D1}"/>
              </a:ext>
            </a:extLst>
          </p:cNvPr>
          <p:cNvSpPr txBox="1"/>
          <p:nvPr/>
        </p:nvSpPr>
        <p:spPr>
          <a:xfrm>
            <a:off x="4384759" y="1080643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0D744C5-AA3E-C934-53A8-26F2A89B7B4D}"/>
              </a:ext>
            </a:extLst>
          </p:cNvPr>
          <p:cNvCxnSpPr/>
          <p:nvPr/>
        </p:nvCxnSpPr>
        <p:spPr>
          <a:xfrm flipV="1">
            <a:off x="2196737" y="3330248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2D2B9A-A46B-2D6A-5CBB-56235B5B95E3}"/>
              </a:ext>
            </a:extLst>
          </p:cNvPr>
          <p:cNvCxnSpPr>
            <a:cxnSpLocks/>
          </p:cNvCxnSpPr>
          <p:nvPr/>
        </p:nvCxnSpPr>
        <p:spPr>
          <a:xfrm>
            <a:off x="2196737" y="5463848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662912A0-2850-9287-ED09-E4D1BB8C1097}"/>
              </a:ext>
            </a:extLst>
          </p:cNvPr>
          <p:cNvSpPr/>
          <p:nvPr/>
        </p:nvSpPr>
        <p:spPr>
          <a:xfrm>
            <a:off x="2405743" y="394622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B7028E-F81B-3A9A-2E43-1B6EF687BE3A}"/>
              </a:ext>
            </a:extLst>
          </p:cNvPr>
          <p:cNvSpPr/>
          <p:nvPr/>
        </p:nvSpPr>
        <p:spPr>
          <a:xfrm>
            <a:off x="2699657" y="507017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960C091-DE29-617B-748C-BC2BAC7C0A21}"/>
              </a:ext>
            </a:extLst>
          </p:cNvPr>
          <p:cNvSpPr/>
          <p:nvPr/>
        </p:nvSpPr>
        <p:spPr>
          <a:xfrm>
            <a:off x="3935173" y="36325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A67171-F845-DC2D-205B-DCC7EB0BD5E5}"/>
              </a:ext>
            </a:extLst>
          </p:cNvPr>
          <p:cNvSpPr/>
          <p:nvPr/>
        </p:nvSpPr>
        <p:spPr>
          <a:xfrm>
            <a:off x="4421788" y="47050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823FD-9FA6-6364-E991-F28BBAC3E468}"/>
              </a:ext>
            </a:extLst>
          </p:cNvPr>
          <p:cNvSpPr/>
          <p:nvPr/>
        </p:nvSpPr>
        <p:spPr>
          <a:xfrm>
            <a:off x="2597329" y="3429000"/>
            <a:ext cx="1526177" cy="193330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FA3E40-8463-EF9E-64F9-971B6EA562C6}"/>
              </a:ext>
            </a:extLst>
          </p:cNvPr>
          <p:cNvSpPr/>
          <p:nvPr/>
        </p:nvSpPr>
        <p:spPr>
          <a:xfrm>
            <a:off x="2294709" y="3801292"/>
            <a:ext cx="2331720" cy="11317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8803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24CE-83FA-3A4E-43CC-51941142F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157B399-1BDF-BC3C-8702-E210B49228F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1EA056-C3D5-DD7B-349F-EC2A88AD0308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F98465-231D-7B9E-6F08-4EAF9DB46A8D}"/>
              </a:ext>
            </a:extLst>
          </p:cNvPr>
          <p:cNvCxnSpPr/>
          <p:nvPr/>
        </p:nvCxnSpPr>
        <p:spPr>
          <a:xfrm flipH="1">
            <a:off x="598714" y="13062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0E06792-1793-D03F-B800-CF806C59E29B}"/>
              </a:ext>
            </a:extLst>
          </p:cNvPr>
          <p:cNvCxnSpPr/>
          <p:nvPr/>
        </p:nvCxnSpPr>
        <p:spPr>
          <a:xfrm flipH="1">
            <a:off x="751114" y="87085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9D5E73-1FA7-C937-EC2F-02DEDD8A82C6}"/>
              </a:ext>
            </a:extLst>
          </p:cNvPr>
          <p:cNvCxnSpPr/>
          <p:nvPr/>
        </p:nvCxnSpPr>
        <p:spPr>
          <a:xfrm flipH="1">
            <a:off x="903514" y="161108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11512122-F786-16B1-C7BC-86F66B1AAB52}"/>
              </a:ext>
            </a:extLst>
          </p:cNvPr>
          <p:cNvSpPr/>
          <p:nvPr/>
        </p:nvSpPr>
        <p:spPr>
          <a:xfrm>
            <a:off x="3222178" y="2242469"/>
            <a:ext cx="261253" cy="21770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2624AE-4601-F9FF-6BD4-6022A4885553}"/>
              </a:ext>
            </a:extLst>
          </p:cNvPr>
          <p:cNvSpPr txBox="1"/>
          <p:nvPr/>
        </p:nvSpPr>
        <p:spPr>
          <a:xfrm>
            <a:off x="3189521" y="2166654"/>
            <a:ext cx="293910" cy="36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+</a:t>
            </a:r>
            <a:endParaRPr lang="en-GB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24F959-3375-6A4D-9F5F-565EF652A9C3}"/>
              </a:ext>
            </a:extLst>
          </p:cNvPr>
          <p:cNvCxnSpPr>
            <a:cxnSpLocks/>
          </p:cNvCxnSpPr>
          <p:nvPr/>
        </p:nvCxnSpPr>
        <p:spPr>
          <a:xfrm>
            <a:off x="3347354" y="460950"/>
            <a:ext cx="0" cy="175974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367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BEF1C2-C173-2332-AF9F-564B6B9BC786}"/>
              </a:ext>
            </a:extLst>
          </p:cNvPr>
          <p:cNvCxnSpPr>
            <a:cxnSpLocks/>
          </p:cNvCxnSpPr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6685B-49EC-6A97-D139-5ADD339B3D6E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Free-form: Shape 10">
            <a:extLst>
              <a:ext uri="{FF2B5EF4-FFF2-40B4-BE49-F238E27FC236}">
                <a16:creationId xmlns:a16="http://schemas.microsoft.com/office/drawing/2014/main" id="{D75FD242-60A3-ABD7-C781-57F7FD4DEAA0}"/>
              </a:ext>
            </a:extLst>
          </p:cNvPr>
          <p:cNvSpPr/>
          <p:nvPr/>
        </p:nvSpPr>
        <p:spPr>
          <a:xfrm>
            <a:off x="2432956" y="816428"/>
            <a:ext cx="2103473" cy="1764207"/>
          </a:xfrm>
          <a:custGeom>
            <a:avLst/>
            <a:gdLst>
              <a:gd name="csX0" fmla="*/ 0 w 1687286"/>
              <a:gd name="csY0" fmla="*/ 0 h 1524042"/>
              <a:gd name="csX1" fmla="*/ 783772 w 1687286"/>
              <a:gd name="csY1" fmla="*/ 1524000 h 1524042"/>
              <a:gd name="csX2" fmla="*/ 1687286 w 1687286"/>
              <a:gd name="csY2" fmla="*/ 54428 h 15240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7286" h="1524042">
                <a:moveTo>
                  <a:pt x="0" y="0"/>
                </a:moveTo>
                <a:cubicBezTo>
                  <a:pt x="251279" y="757464"/>
                  <a:pt x="502558" y="1514929"/>
                  <a:pt x="783772" y="1524000"/>
                </a:cubicBezTo>
                <a:cubicBezTo>
                  <a:pt x="1064986" y="1533071"/>
                  <a:pt x="1370693" y="81642"/>
                  <a:pt x="1687286" y="5442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E1494-AA88-80F6-C717-A84171B33D7B}"/>
              </a:ext>
            </a:extLst>
          </p:cNvPr>
          <p:cNvSpPr/>
          <p:nvPr/>
        </p:nvSpPr>
        <p:spPr>
          <a:xfrm>
            <a:off x="3803469" y="1970099"/>
            <a:ext cx="62412" cy="66063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EC929AF-C75B-2C61-7CD4-4B9222C64880}"/>
              </a:ext>
            </a:extLst>
          </p:cNvPr>
          <p:cNvCxnSpPr>
            <a:cxnSpLocks/>
            <a:stCxn id="12" idx="2"/>
          </p:cNvCxnSpPr>
          <p:nvPr/>
        </p:nvCxnSpPr>
        <p:spPr>
          <a:xfrm flipH="1" flipV="1">
            <a:off x="2776651" y="1718695"/>
            <a:ext cx="1026818" cy="28443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A51444-C65D-36EB-A13B-2BF7C1978D28}"/>
              </a:ext>
            </a:extLst>
          </p:cNvPr>
          <p:cNvCxnSpPr>
            <a:cxnSpLocks/>
          </p:cNvCxnSpPr>
          <p:nvPr/>
        </p:nvCxnSpPr>
        <p:spPr>
          <a:xfrm flipV="1">
            <a:off x="2776651" y="1440865"/>
            <a:ext cx="1312749" cy="2758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DF9C30-9FA7-3C24-B69C-12C0829A6CF6}"/>
              </a:ext>
            </a:extLst>
          </p:cNvPr>
          <p:cNvCxnSpPr>
            <a:cxnSpLocks/>
          </p:cNvCxnSpPr>
          <p:nvPr/>
        </p:nvCxnSpPr>
        <p:spPr>
          <a:xfrm flipH="1" flipV="1">
            <a:off x="2540000" y="1108159"/>
            <a:ext cx="1508760" cy="33075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632C4C-55A9-EB56-55AC-AF11608DE7FE}"/>
              </a:ext>
            </a:extLst>
          </p:cNvPr>
          <p:cNvCxnSpPr>
            <a:cxnSpLocks/>
          </p:cNvCxnSpPr>
          <p:nvPr/>
        </p:nvCxnSpPr>
        <p:spPr>
          <a:xfrm flipV="1">
            <a:off x="2540000" y="576972"/>
            <a:ext cx="690880" cy="52923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988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8043F-3613-D5C5-9457-1111BB69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052DFC8D-32F6-A5C1-A454-C8B6860161DF}"/>
              </a:ext>
            </a:extLst>
          </p:cNvPr>
          <p:cNvSpPr/>
          <p:nvPr/>
        </p:nvSpPr>
        <p:spPr>
          <a:xfrm>
            <a:off x="1132114" y="1121228"/>
            <a:ext cx="979714" cy="9579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54E2B7-F23E-C180-30D3-70869CB77FFB}"/>
                  </a:ext>
                </a:extLst>
              </p:cNvPr>
              <p:cNvSpPr txBox="1"/>
              <p:nvPr/>
            </p:nvSpPr>
            <p:spPr>
              <a:xfrm>
                <a:off x="1230085" y="1121228"/>
                <a:ext cx="78377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54E2B7-F23E-C180-30D3-70869CB77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0085" y="1121228"/>
                <a:ext cx="78377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EC822FD2-F493-8A34-F8AF-F0FF9D7F09F4}"/>
              </a:ext>
            </a:extLst>
          </p:cNvPr>
          <p:cNvSpPr/>
          <p:nvPr/>
        </p:nvSpPr>
        <p:spPr>
          <a:xfrm>
            <a:off x="1132114" y="2841171"/>
            <a:ext cx="979714" cy="9579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C131C-22DA-F665-9F95-91F76FAD1C45}"/>
                  </a:ext>
                </a:extLst>
              </p:cNvPr>
              <p:cNvSpPr txBox="1"/>
              <p:nvPr/>
            </p:nvSpPr>
            <p:spPr>
              <a:xfrm>
                <a:off x="1230085" y="2841171"/>
                <a:ext cx="78377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C131C-22DA-F665-9F95-91F76FAD1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0085" y="2841171"/>
                <a:ext cx="783771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val 8">
            <a:extLst>
              <a:ext uri="{FF2B5EF4-FFF2-40B4-BE49-F238E27FC236}">
                <a16:creationId xmlns:a16="http://schemas.microsoft.com/office/drawing/2014/main" id="{E3426335-B74B-87DD-88FC-0A1FBEA774FD}"/>
              </a:ext>
            </a:extLst>
          </p:cNvPr>
          <p:cNvSpPr/>
          <p:nvPr/>
        </p:nvSpPr>
        <p:spPr>
          <a:xfrm>
            <a:off x="3385456" y="1981200"/>
            <a:ext cx="979714" cy="9579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FA29AF-A157-1973-A6F5-AE7EA3CEB96A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flipH="1">
            <a:off x="1230085" y="3799115"/>
            <a:ext cx="391886" cy="3426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05881D-DE3B-51AD-746A-6E578C0F95C0}"/>
                  </a:ext>
                </a:extLst>
              </p:cNvPr>
              <p:cNvSpPr txBox="1"/>
              <p:nvPr/>
            </p:nvSpPr>
            <p:spPr>
              <a:xfrm>
                <a:off x="642256" y="4141778"/>
                <a:ext cx="11756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05881D-DE3B-51AD-746A-6E578C0F9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56" y="4141778"/>
                <a:ext cx="117565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8DF991D4-6276-89D7-3945-8E81BF187875}"/>
              </a:ext>
            </a:extLst>
          </p:cNvPr>
          <p:cNvSpPr txBox="1"/>
          <p:nvPr/>
        </p:nvSpPr>
        <p:spPr>
          <a:xfrm>
            <a:off x="2040089" y="3252166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ReLU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A64482E-326B-B813-5F63-D484C440D891}"/>
              </a:ext>
            </a:extLst>
          </p:cNvPr>
          <p:cNvCxnSpPr>
            <a:stCxn id="5" idx="6"/>
            <a:endCxn id="9" idx="3"/>
          </p:cNvCxnSpPr>
          <p:nvPr/>
        </p:nvCxnSpPr>
        <p:spPr>
          <a:xfrm flipV="1">
            <a:off x="2111828" y="2798856"/>
            <a:ext cx="1417104" cy="5212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E12DF7E-B187-FBE5-30E0-DB655534FBEE}"/>
              </a:ext>
            </a:extLst>
          </p:cNvPr>
          <p:cNvSpPr txBox="1"/>
          <p:nvPr/>
        </p:nvSpPr>
        <p:spPr>
          <a:xfrm>
            <a:off x="1964870" y="1741276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ReLU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DE5EB95-354B-58C8-AD5E-33328AF78807}"/>
              </a:ext>
            </a:extLst>
          </p:cNvPr>
          <p:cNvCxnSpPr>
            <a:cxnSpLocks/>
            <a:stCxn id="3" idx="6"/>
            <a:endCxn id="9" idx="1"/>
          </p:cNvCxnSpPr>
          <p:nvPr/>
        </p:nvCxnSpPr>
        <p:spPr>
          <a:xfrm>
            <a:off x="2111828" y="1600200"/>
            <a:ext cx="1417104" cy="5212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C9239DF-B83D-5DCF-6DBF-7DF6C2C374DB}"/>
              </a:ext>
            </a:extLst>
          </p:cNvPr>
          <p:cNvSpPr txBox="1"/>
          <p:nvPr/>
        </p:nvSpPr>
        <p:spPr>
          <a:xfrm>
            <a:off x="2675163" y="1399179"/>
            <a:ext cx="783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FA9253-7898-4CF8-D144-7215B044B1BD}"/>
              </a:ext>
            </a:extLst>
          </p:cNvPr>
          <p:cNvSpPr txBox="1"/>
          <p:nvPr/>
        </p:nvSpPr>
        <p:spPr>
          <a:xfrm>
            <a:off x="2675163" y="2618243"/>
            <a:ext cx="783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-4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84FCE03-AD2C-8375-FF2B-1E57983A0D91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365170" y="2460172"/>
            <a:ext cx="7231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DB8C2B-09E7-BEEA-4C23-78A752B67DBB}"/>
              </a:ext>
            </a:extLst>
          </p:cNvPr>
          <p:cNvSpPr txBox="1"/>
          <p:nvPr/>
        </p:nvSpPr>
        <p:spPr>
          <a:xfrm>
            <a:off x="4334855" y="2121488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ReLU</a:t>
            </a:r>
          </a:p>
        </p:txBody>
      </p:sp>
    </p:spTree>
    <p:extLst>
      <p:ext uri="{BB962C8B-B14F-4D97-AF65-F5344CB8AC3E}">
        <p14:creationId xmlns:p14="http://schemas.microsoft.com/office/powerpoint/2010/main" val="4249282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3DB27-0447-B8FA-EAB9-DFA932A47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0E71488-14B8-D904-19DC-6F026631F389}"/>
              </a:ext>
            </a:extLst>
          </p:cNvPr>
          <p:cNvCxnSpPr>
            <a:cxnSpLocks/>
          </p:cNvCxnSpPr>
          <p:nvPr/>
        </p:nvCxnSpPr>
        <p:spPr>
          <a:xfrm flipV="1">
            <a:off x="5584371" y="1338943"/>
            <a:ext cx="0" cy="39896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AFC56A-656C-9E0A-2B9E-8DC58DE7EF4C}"/>
              </a:ext>
            </a:extLst>
          </p:cNvPr>
          <p:cNvCxnSpPr>
            <a:cxnSpLocks/>
          </p:cNvCxnSpPr>
          <p:nvPr/>
        </p:nvCxnSpPr>
        <p:spPr>
          <a:xfrm>
            <a:off x="2672443" y="3211286"/>
            <a:ext cx="599258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9C785A-146B-F2D8-6944-6F24D307FC5C}"/>
                  </a:ext>
                </a:extLst>
              </p:cNvPr>
              <p:cNvSpPr txBox="1"/>
              <p:nvPr/>
            </p:nvSpPr>
            <p:spPr>
              <a:xfrm>
                <a:off x="5353049" y="985157"/>
                <a:ext cx="4626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9C785A-146B-F2D8-6944-6F24D307F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049" y="985157"/>
                <a:ext cx="46264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A1E7B8-67ED-8B83-40F3-834ABC717B57}"/>
                  </a:ext>
                </a:extLst>
              </p:cNvPr>
              <p:cNvSpPr txBox="1"/>
              <p:nvPr/>
            </p:nvSpPr>
            <p:spPr>
              <a:xfrm>
                <a:off x="8618763" y="3026620"/>
                <a:ext cx="4626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A1E7B8-67ED-8B83-40F3-834ABC717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763" y="3026620"/>
                <a:ext cx="4626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57829EF2-56C5-F429-C668-4C10760A55FC}"/>
              </a:ext>
            </a:extLst>
          </p:cNvPr>
          <p:cNvSpPr/>
          <p:nvPr/>
        </p:nvSpPr>
        <p:spPr>
          <a:xfrm>
            <a:off x="3663039" y="2275114"/>
            <a:ext cx="3886204" cy="20247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66057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EA93E-1CF0-1CC2-46B3-475458A8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87BA433-9C5A-E3D8-60A5-00F550D222CE}"/>
              </a:ext>
            </a:extLst>
          </p:cNvPr>
          <p:cNvCxnSpPr>
            <a:cxnSpLocks/>
          </p:cNvCxnSpPr>
          <p:nvPr/>
        </p:nvCxnSpPr>
        <p:spPr>
          <a:xfrm flipV="1">
            <a:off x="5584371" y="1338943"/>
            <a:ext cx="0" cy="39896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2C6C08-5D7E-33DD-5282-6C4AC3E917B1}"/>
              </a:ext>
            </a:extLst>
          </p:cNvPr>
          <p:cNvCxnSpPr>
            <a:cxnSpLocks/>
          </p:cNvCxnSpPr>
          <p:nvPr/>
        </p:nvCxnSpPr>
        <p:spPr>
          <a:xfrm>
            <a:off x="2672443" y="3211286"/>
            <a:ext cx="599258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237359D-347B-1478-6EFB-907F50C8A7C0}"/>
                  </a:ext>
                </a:extLst>
              </p:cNvPr>
              <p:cNvSpPr txBox="1"/>
              <p:nvPr/>
            </p:nvSpPr>
            <p:spPr>
              <a:xfrm>
                <a:off x="5353049" y="985157"/>
                <a:ext cx="4626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237359D-347B-1478-6EFB-907F50C8A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049" y="985157"/>
                <a:ext cx="46264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5861CE4-656A-F889-242B-94372F282DA3}"/>
                  </a:ext>
                </a:extLst>
              </p:cNvPr>
              <p:cNvSpPr txBox="1"/>
              <p:nvPr/>
            </p:nvSpPr>
            <p:spPr>
              <a:xfrm>
                <a:off x="8618763" y="3026620"/>
                <a:ext cx="4626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5861CE4-656A-F889-242B-94372F282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763" y="3026620"/>
                <a:ext cx="4626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2719EDD-BED4-0D18-1FE2-35A668E60A33}"/>
              </a:ext>
            </a:extLst>
          </p:cNvPr>
          <p:cNvSpPr/>
          <p:nvPr/>
        </p:nvSpPr>
        <p:spPr>
          <a:xfrm>
            <a:off x="3663039" y="2275114"/>
            <a:ext cx="3886204" cy="20247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59B4455-5B3D-08A8-A3BC-D83070B5B0CD}"/>
              </a:ext>
            </a:extLst>
          </p:cNvPr>
          <p:cNvSpPr/>
          <p:nvPr/>
        </p:nvSpPr>
        <p:spPr>
          <a:xfrm>
            <a:off x="4593006" y="3812713"/>
            <a:ext cx="106128" cy="1143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CF10AD-C3DF-C46A-A01C-652967C2376C}"/>
              </a:ext>
            </a:extLst>
          </p:cNvPr>
          <p:cNvCxnSpPr>
            <a:cxnSpLocks/>
          </p:cNvCxnSpPr>
          <p:nvPr/>
        </p:nvCxnSpPr>
        <p:spPr>
          <a:xfrm flipV="1">
            <a:off x="4699134" y="3630339"/>
            <a:ext cx="276611" cy="20414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4624488-374A-6FFA-3B14-E7B87D4E552A}"/>
              </a:ext>
            </a:extLst>
          </p:cNvPr>
          <p:cNvCxnSpPr>
            <a:cxnSpLocks/>
          </p:cNvCxnSpPr>
          <p:nvPr/>
        </p:nvCxnSpPr>
        <p:spPr>
          <a:xfrm flipV="1">
            <a:off x="5400086" y="3211286"/>
            <a:ext cx="184284" cy="1224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FE9BDF8-C77B-8C74-6AB2-7E99EB69B7A0}"/>
              </a:ext>
            </a:extLst>
          </p:cNvPr>
          <p:cNvCxnSpPr>
            <a:cxnSpLocks/>
          </p:cNvCxnSpPr>
          <p:nvPr/>
        </p:nvCxnSpPr>
        <p:spPr>
          <a:xfrm flipV="1">
            <a:off x="5219700" y="3333701"/>
            <a:ext cx="180386" cy="13339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168DA0-140A-8ECC-3EB8-B046513A869D}"/>
              </a:ext>
            </a:extLst>
          </p:cNvPr>
          <p:cNvCxnSpPr>
            <a:cxnSpLocks/>
          </p:cNvCxnSpPr>
          <p:nvPr/>
        </p:nvCxnSpPr>
        <p:spPr>
          <a:xfrm flipV="1">
            <a:off x="4975745" y="3456116"/>
            <a:ext cx="243955" cy="17422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7498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7C220-68C2-2BBC-4AD4-B02EE5F8E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9BE8323-F959-7A50-18E1-9886D6CC0AFB}"/>
              </a:ext>
            </a:extLst>
          </p:cNvPr>
          <p:cNvCxnSpPr>
            <a:cxnSpLocks/>
          </p:cNvCxnSpPr>
          <p:nvPr/>
        </p:nvCxnSpPr>
        <p:spPr>
          <a:xfrm flipV="1">
            <a:off x="5584371" y="1338943"/>
            <a:ext cx="0" cy="39896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7129F6-6DDF-D77D-DF5B-18C8865DDFCB}"/>
              </a:ext>
            </a:extLst>
          </p:cNvPr>
          <p:cNvCxnSpPr>
            <a:cxnSpLocks/>
          </p:cNvCxnSpPr>
          <p:nvPr/>
        </p:nvCxnSpPr>
        <p:spPr>
          <a:xfrm>
            <a:off x="2672443" y="3211286"/>
            <a:ext cx="599258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5BAA0D9-F5AE-1805-0FAF-1025987A1935}"/>
                  </a:ext>
                </a:extLst>
              </p:cNvPr>
              <p:cNvSpPr txBox="1"/>
              <p:nvPr/>
            </p:nvSpPr>
            <p:spPr>
              <a:xfrm>
                <a:off x="5353049" y="985157"/>
                <a:ext cx="4626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5BAA0D9-F5AE-1805-0FAF-1025987A1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049" y="985157"/>
                <a:ext cx="46264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CF0666-7B6F-8C08-85A5-8C33F102D981}"/>
                  </a:ext>
                </a:extLst>
              </p:cNvPr>
              <p:cNvSpPr txBox="1"/>
              <p:nvPr/>
            </p:nvSpPr>
            <p:spPr>
              <a:xfrm>
                <a:off x="8618763" y="3026620"/>
                <a:ext cx="4626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CF0666-7B6F-8C08-85A5-8C33F102D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763" y="3026620"/>
                <a:ext cx="4626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41657A5F-D447-CA1A-536E-2C1AF7AD687E}"/>
              </a:ext>
            </a:extLst>
          </p:cNvPr>
          <p:cNvSpPr/>
          <p:nvPr/>
        </p:nvSpPr>
        <p:spPr>
          <a:xfrm>
            <a:off x="3663039" y="2275114"/>
            <a:ext cx="3886204" cy="20247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0F43EB0-2609-A2D1-8663-1BEE7F96F179}"/>
              </a:ext>
            </a:extLst>
          </p:cNvPr>
          <p:cNvSpPr/>
          <p:nvPr/>
        </p:nvSpPr>
        <p:spPr>
          <a:xfrm>
            <a:off x="4593006" y="3812713"/>
            <a:ext cx="106128" cy="1143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8DBA004-E2CA-7AAC-5466-3DC79AFC8E4C}"/>
              </a:ext>
            </a:extLst>
          </p:cNvPr>
          <p:cNvCxnSpPr>
            <a:cxnSpLocks/>
          </p:cNvCxnSpPr>
          <p:nvPr/>
        </p:nvCxnSpPr>
        <p:spPr>
          <a:xfrm flipV="1">
            <a:off x="4699134" y="3488871"/>
            <a:ext cx="64927" cy="34561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FF24D84-A20F-D55A-8D1D-E4545B1E1C9F}"/>
              </a:ext>
            </a:extLst>
          </p:cNvPr>
          <p:cNvCxnSpPr>
            <a:cxnSpLocks/>
          </p:cNvCxnSpPr>
          <p:nvPr/>
        </p:nvCxnSpPr>
        <p:spPr>
          <a:xfrm>
            <a:off x="4764061" y="3516479"/>
            <a:ext cx="218295" cy="41053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29F9CE-055C-B789-C3A3-AD33F45EB17C}"/>
              </a:ext>
            </a:extLst>
          </p:cNvPr>
          <p:cNvCxnSpPr>
            <a:cxnSpLocks/>
          </p:cNvCxnSpPr>
          <p:nvPr/>
        </p:nvCxnSpPr>
        <p:spPr>
          <a:xfrm flipH="1" flipV="1">
            <a:off x="4833257" y="3322674"/>
            <a:ext cx="149099" cy="60433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60A506-409E-D9D2-F4F1-734AAF93654C}"/>
              </a:ext>
            </a:extLst>
          </p:cNvPr>
          <p:cNvCxnSpPr>
            <a:cxnSpLocks/>
          </p:cNvCxnSpPr>
          <p:nvPr/>
        </p:nvCxnSpPr>
        <p:spPr>
          <a:xfrm>
            <a:off x="4828988" y="3333750"/>
            <a:ext cx="341726" cy="38799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40929F1-34AB-7FAC-2531-5196C50D2E9F}"/>
              </a:ext>
            </a:extLst>
          </p:cNvPr>
          <p:cNvCxnSpPr>
            <a:cxnSpLocks/>
          </p:cNvCxnSpPr>
          <p:nvPr/>
        </p:nvCxnSpPr>
        <p:spPr>
          <a:xfrm flipH="1" flipV="1">
            <a:off x="5105400" y="3331757"/>
            <a:ext cx="65314" cy="38998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C5EC2FB-1B0F-C4F5-7A59-0A2282907EEF}"/>
              </a:ext>
            </a:extLst>
          </p:cNvPr>
          <p:cNvCxnSpPr>
            <a:cxnSpLocks/>
          </p:cNvCxnSpPr>
          <p:nvPr/>
        </p:nvCxnSpPr>
        <p:spPr>
          <a:xfrm>
            <a:off x="5138057" y="3395952"/>
            <a:ext cx="263979" cy="41676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70E651B-5A5F-0A77-9890-BD0C5A07005B}"/>
              </a:ext>
            </a:extLst>
          </p:cNvPr>
          <p:cNvCxnSpPr>
            <a:cxnSpLocks/>
          </p:cNvCxnSpPr>
          <p:nvPr/>
        </p:nvCxnSpPr>
        <p:spPr>
          <a:xfrm flipH="1" flipV="1">
            <a:off x="5270046" y="3254053"/>
            <a:ext cx="125967" cy="5178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074C27-772E-C977-9D48-8FCB09D5AD75}"/>
              </a:ext>
            </a:extLst>
          </p:cNvPr>
          <p:cNvCxnSpPr>
            <a:cxnSpLocks/>
          </p:cNvCxnSpPr>
          <p:nvPr/>
        </p:nvCxnSpPr>
        <p:spPr>
          <a:xfrm>
            <a:off x="5270872" y="3254053"/>
            <a:ext cx="224473" cy="23481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FCB2B7D-5553-21B0-7A45-9C58EB1CB736}"/>
              </a:ext>
            </a:extLst>
          </p:cNvPr>
          <p:cNvCxnSpPr>
            <a:cxnSpLocks/>
          </p:cNvCxnSpPr>
          <p:nvPr/>
        </p:nvCxnSpPr>
        <p:spPr>
          <a:xfrm flipV="1">
            <a:off x="5479112" y="3211286"/>
            <a:ext cx="105258" cy="2665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604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CBC04-4BB6-FD12-772F-011CAD677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8A0F7D6-248C-0D9E-27DF-88580BEB44C0}"/>
              </a:ext>
            </a:extLst>
          </p:cNvPr>
          <p:cNvCxnSpPr>
            <a:cxnSpLocks/>
          </p:cNvCxnSpPr>
          <p:nvPr/>
        </p:nvCxnSpPr>
        <p:spPr>
          <a:xfrm flipV="1">
            <a:off x="1001482" y="2220686"/>
            <a:ext cx="0" cy="25091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A847F1-B70E-120F-2BF0-EC45ED98EADE}"/>
              </a:ext>
            </a:extLst>
          </p:cNvPr>
          <p:cNvCxnSpPr>
            <a:cxnSpLocks/>
          </p:cNvCxnSpPr>
          <p:nvPr/>
        </p:nvCxnSpPr>
        <p:spPr>
          <a:xfrm>
            <a:off x="996044" y="4713515"/>
            <a:ext cx="331469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B91B2949-CE4A-8EAD-BE5F-766EE971BFFD}"/>
              </a:ext>
            </a:extLst>
          </p:cNvPr>
          <p:cNvSpPr/>
          <p:nvPr/>
        </p:nvSpPr>
        <p:spPr>
          <a:xfrm>
            <a:off x="1219202" y="4354286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4484A8F-00D0-64E7-4E07-B1780C08821E}"/>
              </a:ext>
            </a:extLst>
          </p:cNvPr>
          <p:cNvSpPr/>
          <p:nvPr/>
        </p:nvSpPr>
        <p:spPr>
          <a:xfrm>
            <a:off x="1632861" y="4071257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181AC3-EE53-D5C7-5879-4FCF83514B22}"/>
              </a:ext>
            </a:extLst>
          </p:cNvPr>
          <p:cNvSpPr/>
          <p:nvPr/>
        </p:nvSpPr>
        <p:spPr>
          <a:xfrm>
            <a:off x="2046520" y="3788228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842DFF8-5AEC-967A-BAD4-8FEC433F3969}"/>
              </a:ext>
            </a:extLst>
          </p:cNvPr>
          <p:cNvSpPr/>
          <p:nvPr/>
        </p:nvSpPr>
        <p:spPr>
          <a:xfrm>
            <a:off x="2460179" y="3505199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9F924CC-0909-870B-2973-E53CEEDAF3F1}"/>
              </a:ext>
            </a:extLst>
          </p:cNvPr>
          <p:cNvSpPr/>
          <p:nvPr/>
        </p:nvSpPr>
        <p:spPr>
          <a:xfrm>
            <a:off x="2873838" y="3222170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1CA0E9E-C3F7-9DBF-FA23-6EF32E753F12}"/>
              </a:ext>
            </a:extLst>
          </p:cNvPr>
          <p:cNvSpPr/>
          <p:nvPr/>
        </p:nvSpPr>
        <p:spPr>
          <a:xfrm>
            <a:off x="3287497" y="2939141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0AFA6EC-0123-CCBF-A0A7-A6621FDC37BF}"/>
              </a:ext>
            </a:extLst>
          </p:cNvPr>
          <p:cNvSpPr/>
          <p:nvPr/>
        </p:nvSpPr>
        <p:spPr>
          <a:xfrm>
            <a:off x="3701156" y="2656112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F5BA9AD-69E3-30C6-454B-0E3CFFF2C056}"/>
              </a:ext>
            </a:extLst>
          </p:cNvPr>
          <p:cNvCxnSpPr/>
          <p:nvPr/>
        </p:nvCxnSpPr>
        <p:spPr>
          <a:xfrm>
            <a:off x="4767943" y="3058886"/>
            <a:ext cx="1328057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C700307-E07B-E3E1-BA21-35E26D7ADCFD}"/>
              </a:ext>
            </a:extLst>
          </p:cNvPr>
          <p:cNvCxnSpPr>
            <a:cxnSpLocks/>
          </p:cNvCxnSpPr>
          <p:nvPr/>
        </p:nvCxnSpPr>
        <p:spPr>
          <a:xfrm rot="120000" flipH="1" flipV="1">
            <a:off x="6227930" y="2688770"/>
            <a:ext cx="1795720" cy="220475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F75C312-3271-2277-A675-CF392705561B}"/>
              </a:ext>
            </a:extLst>
          </p:cNvPr>
          <p:cNvCxnSpPr>
            <a:cxnSpLocks/>
          </p:cNvCxnSpPr>
          <p:nvPr/>
        </p:nvCxnSpPr>
        <p:spPr>
          <a:xfrm flipV="1">
            <a:off x="7977950" y="2775855"/>
            <a:ext cx="3049278" cy="21711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A175133-F3AC-67CA-5211-F92160658458}"/>
              </a:ext>
            </a:extLst>
          </p:cNvPr>
          <p:cNvCxnSpPr>
            <a:cxnSpLocks/>
            <a:stCxn id="16" idx="4"/>
          </p:cNvCxnSpPr>
          <p:nvPr/>
        </p:nvCxnSpPr>
        <p:spPr>
          <a:xfrm>
            <a:off x="1317172" y="4528456"/>
            <a:ext cx="0" cy="185059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364B66C-438C-80C4-CA8D-6039E2F33217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1730831" y="4245427"/>
            <a:ext cx="0" cy="46808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704FEE2-59DB-7FB6-A5E8-4891042693D0}"/>
              </a:ext>
            </a:extLst>
          </p:cNvPr>
          <p:cNvCxnSpPr>
            <a:cxnSpLocks/>
          </p:cNvCxnSpPr>
          <p:nvPr/>
        </p:nvCxnSpPr>
        <p:spPr>
          <a:xfrm>
            <a:off x="2144490" y="3962398"/>
            <a:ext cx="0" cy="751117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C760492-6117-1962-DE3F-FA1E91EA8806}"/>
              </a:ext>
            </a:extLst>
          </p:cNvPr>
          <p:cNvCxnSpPr>
            <a:cxnSpLocks/>
            <a:stCxn id="20" idx="4"/>
          </p:cNvCxnSpPr>
          <p:nvPr/>
        </p:nvCxnSpPr>
        <p:spPr>
          <a:xfrm>
            <a:off x="2558149" y="3679369"/>
            <a:ext cx="0" cy="103414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EAAD70F-B93D-7DE9-CB4D-1F76E7F2671B}"/>
              </a:ext>
            </a:extLst>
          </p:cNvPr>
          <p:cNvCxnSpPr>
            <a:cxnSpLocks/>
          </p:cNvCxnSpPr>
          <p:nvPr/>
        </p:nvCxnSpPr>
        <p:spPr>
          <a:xfrm>
            <a:off x="2971808" y="3396340"/>
            <a:ext cx="0" cy="131717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DF51045-35B6-935A-3FAD-4D8399592698}"/>
              </a:ext>
            </a:extLst>
          </p:cNvPr>
          <p:cNvCxnSpPr>
            <a:cxnSpLocks/>
            <a:stCxn id="22" idx="4"/>
          </p:cNvCxnSpPr>
          <p:nvPr/>
        </p:nvCxnSpPr>
        <p:spPr>
          <a:xfrm>
            <a:off x="3385467" y="3113311"/>
            <a:ext cx="0" cy="1600204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803989A-153D-6A2F-F328-E55EB49B798F}"/>
              </a:ext>
            </a:extLst>
          </p:cNvPr>
          <p:cNvCxnSpPr>
            <a:cxnSpLocks/>
            <a:stCxn id="25" idx="4"/>
          </p:cNvCxnSpPr>
          <p:nvPr/>
        </p:nvCxnSpPr>
        <p:spPr>
          <a:xfrm>
            <a:off x="3799126" y="2830282"/>
            <a:ext cx="0" cy="188323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D4E26AFE-9C31-1B3E-A44C-74846B7D70D1}"/>
              </a:ext>
            </a:extLst>
          </p:cNvPr>
          <p:cNvSpPr/>
          <p:nvPr/>
        </p:nvSpPr>
        <p:spPr>
          <a:xfrm>
            <a:off x="7958757" y="4441371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67B878B3-F1DC-AD21-95CA-77785A5581F6}"/>
              </a:ext>
            </a:extLst>
          </p:cNvPr>
          <p:cNvSpPr/>
          <p:nvPr/>
        </p:nvSpPr>
        <p:spPr>
          <a:xfrm>
            <a:off x="8372416" y="4158342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8F0B5FE-5F6E-31AE-B635-883429E66515}"/>
              </a:ext>
            </a:extLst>
          </p:cNvPr>
          <p:cNvSpPr/>
          <p:nvPr/>
        </p:nvSpPr>
        <p:spPr>
          <a:xfrm>
            <a:off x="8786075" y="3853541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24FB962-68B8-2A56-DAC4-8813AE63EE1A}"/>
              </a:ext>
            </a:extLst>
          </p:cNvPr>
          <p:cNvSpPr/>
          <p:nvPr/>
        </p:nvSpPr>
        <p:spPr>
          <a:xfrm>
            <a:off x="9199734" y="3570512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CD748E4-70E6-4BBA-945F-900B75C78ADF}"/>
              </a:ext>
            </a:extLst>
          </p:cNvPr>
          <p:cNvSpPr/>
          <p:nvPr/>
        </p:nvSpPr>
        <p:spPr>
          <a:xfrm>
            <a:off x="9613393" y="3287483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D0C05A6-C662-1E8D-1F44-BE928ECF11A9}"/>
              </a:ext>
            </a:extLst>
          </p:cNvPr>
          <p:cNvSpPr/>
          <p:nvPr/>
        </p:nvSpPr>
        <p:spPr>
          <a:xfrm>
            <a:off x="10027052" y="3004454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9534695-B330-C5D7-D273-FA6CC6D6F04D}"/>
              </a:ext>
            </a:extLst>
          </p:cNvPr>
          <p:cNvSpPr/>
          <p:nvPr/>
        </p:nvSpPr>
        <p:spPr>
          <a:xfrm>
            <a:off x="10440711" y="2721425"/>
            <a:ext cx="195940" cy="17417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D620BAD-75B6-5056-EFA4-DE8C0DB6B4C1}"/>
              </a:ext>
            </a:extLst>
          </p:cNvPr>
          <p:cNvCxnSpPr>
            <a:cxnSpLocks/>
            <a:stCxn id="75" idx="5"/>
          </p:cNvCxnSpPr>
          <p:nvPr/>
        </p:nvCxnSpPr>
        <p:spPr>
          <a:xfrm>
            <a:off x="8126002" y="4590034"/>
            <a:ext cx="132297" cy="139809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43BCDEC-FCEC-23B4-E211-0C5B5B5FA82B}"/>
              </a:ext>
            </a:extLst>
          </p:cNvPr>
          <p:cNvCxnSpPr>
            <a:cxnSpLocks/>
            <a:stCxn id="76" idx="5"/>
          </p:cNvCxnSpPr>
          <p:nvPr/>
        </p:nvCxnSpPr>
        <p:spPr>
          <a:xfrm>
            <a:off x="8539661" y="4307005"/>
            <a:ext cx="132297" cy="14325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D67A23A-8153-DCC5-112D-DECCF28D7185}"/>
              </a:ext>
            </a:extLst>
          </p:cNvPr>
          <p:cNvCxnSpPr>
            <a:cxnSpLocks/>
            <a:stCxn id="77" idx="5"/>
          </p:cNvCxnSpPr>
          <p:nvPr/>
        </p:nvCxnSpPr>
        <p:spPr>
          <a:xfrm>
            <a:off x="8953320" y="4002204"/>
            <a:ext cx="147137" cy="15613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DA7AF0-AEAF-2084-E767-FA66813A4A28}"/>
              </a:ext>
            </a:extLst>
          </p:cNvPr>
          <p:cNvCxnSpPr>
            <a:cxnSpLocks/>
            <a:stCxn id="78" idx="5"/>
          </p:cNvCxnSpPr>
          <p:nvPr/>
        </p:nvCxnSpPr>
        <p:spPr>
          <a:xfrm>
            <a:off x="9366979" y="3719175"/>
            <a:ext cx="135610" cy="13436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C99AA7F-BA9E-F065-6C85-7F1D6D31170F}"/>
              </a:ext>
            </a:extLst>
          </p:cNvPr>
          <p:cNvCxnSpPr>
            <a:cxnSpLocks/>
            <a:stCxn id="79" idx="5"/>
          </p:cNvCxnSpPr>
          <p:nvPr/>
        </p:nvCxnSpPr>
        <p:spPr>
          <a:xfrm>
            <a:off x="9780638" y="3436146"/>
            <a:ext cx="160199" cy="14325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8713838C-D6F8-BD56-1B2E-0F7440BD2143}"/>
              </a:ext>
            </a:extLst>
          </p:cNvPr>
          <p:cNvCxnSpPr>
            <a:cxnSpLocks/>
            <a:stCxn id="80" idx="5"/>
          </p:cNvCxnSpPr>
          <p:nvPr/>
        </p:nvCxnSpPr>
        <p:spPr>
          <a:xfrm>
            <a:off x="10194297" y="3153117"/>
            <a:ext cx="131504" cy="13436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950FCC1-2B43-75F1-0411-FE631167A130}"/>
              </a:ext>
            </a:extLst>
          </p:cNvPr>
          <p:cNvCxnSpPr>
            <a:cxnSpLocks/>
            <a:stCxn id="81" idx="5"/>
          </p:cNvCxnSpPr>
          <p:nvPr/>
        </p:nvCxnSpPr>
        <p:spPr>
          <a:xfrm>
            <a:off x="10607956" y="2870088"/>
            <a:ext cx="100032" cy="13436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4117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105</Words>
  <Application>Microsoft Office PowerPoint</Application>
  <PresentationFormat>Widescreen</PresentationFormat>
  <Paragraphs>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Or Forshmit</dc:creator>
  <cp:lastModifiedBy>Or Forshmit</cp:lastModifiedBy>
  <cp:revision>1</cp:revision>
  <dcterms:created xsi:type="dcterms:W3CDTF">2026-01-28T11:35:03Z</dcterms:created>
  <dcterms:modified xsi:type="dcterms:W3CDTF">2026-02-07T17:34:25Z</dcterms:modified>
</cp:coreProperties>
</file>