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315C37-A57A-4B13-A8EF-FA31EC78C459}" v="70" dt="2026-02-04T19:04:48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 Forshmit" userId="7c842d5c4cf4431e" providerId="LiveId" clId="{E409A72B-5ED7-4D73-9396-E605A8B45686}"/>
    <pc:docChg chg="undo redo custSel addSld modSld">
      <pc:chgData name="Or Forshmit" userId="7c842d5c4cf4431e" providerId="LiveId" clId="{E409A72B-5ED7-4D73-9396-E605A8B45686}" dt="2026-02-04T19:05:05.937" v="306" actId="14100"/>
      <pc:docMkLst>
        <pc:docMk/>
      </pc:docMkLst>
      <pc:sldChg chg="addSp delSp modSp new mod modNotesTx">
        <pc:chgData name="Or Forshmit" userId="7c842d5c4cf4431e" providerId="LiveId" clId="{E409A72B-5ED7-4D73-9396-E605A8B45686}" dt="2026-01-31T21:57:38.280" v="126" actId="14100"/>
        <pc:sldMkLst>
          <pc:docMk/>
          <pc:sldMk cId="1068988793" sldId="260"/>
        </pc:sldMkLst>
        <pc:spChg chg="add">
          <ac:chgData name="Or Forshmit" userId="7c842d5c4cf4431e" providerId="LiveId" clId="{E409A72B-5ED7-4D73-9396-E605A8B45686}" dt="2026-01-31T21:53:08.555" v="36" actId="11529"/>
          <ac:spMkLst>
            <pc:docMk/>
            <pc:sldMk cId="1068988793" sldId="260"/>
            <ac:spMk id="11" creationId="{D75FD242-60A3-ABD7-C781-57F7FD4DEAA0}"/>
          </ac:spMkLst>
        </pc:spChg>
        <pc:spChg chg="add mod">
          <ac:chgData name="Or Forshmit" userId="7c842d5c4cf4431e" providerId="LiveId" clId="{E409A72B-5ED7-4D73-9396-E605A8B45686}" dt="2026-01-31T21:53:54.712" v="46" actId="208"/>
          <ac:spMkLst>
            <pc:docMk/>
            <pc:sldMk cId="1068988793" sldId="260"/>
            <ac:spMk id="12" creationId="{700E1494-AA88-80F6-C717-A84171B33D7B}"/>
          </ac:spMkLst>
        </pc:spChg>
        <pc:cxnChg chg="add mod">
          <ac:chgData name="Or Forshmit" userId="7c842d5c4cf4431e" providerId="LiveId" clId="{E409A72B-5ED7-4D73-9396-E605A8B45686}" dt="2026-01-31T21:52:07.942" v="32" actId="14100"/>
          <ac:cxnSpMkLst>
            <pc:docMk/>
            <pc:sldMk cId="1068988793" sldId="260"/>
            <ac:cxnSpMk id="6" creationId="{4DBEF1C2-C173-2332-AF9F-564B6B9BC786}"/>
          </ac:cxnSpMkLst>
        </pc:cxnChg>
        <pc:cxnChg chg="add mod">
          <ac:chgData name="Or Forshmit" userId="7c842d5c4cf4431e" providerId="LiveId" clId="{E409A72B-5ED7-4D73-9396-E605A8B45686}" dt="2026-01-31T21:52:18.367" v="33" actId="14100"/>
          <ac:cxnSpMkLst>
            <pc:docMk/>
            <pc:sldMk cId="1068988793" sldId="260"/>
            <ac:cxnSpMk id="7" creationId="{0BA6685B-49EC-6A97-D139-5ADD339B3D6E}"/>
          </ac:cxnSpMkLst>
        </pc:cxnChg>
        <pc:cxnChg chg="add mod">
          <ac:chgData name="Or Forshmit" userId="7c842d5c4cf4431e" providerId="LiveId" clId="{E409A72B-5ED7-4D73-9396-E605A8B45686}" dt="2026-01-31T21:57:17.116" v="117" actId="208"/>
          <ac:cxnSpMkLst>
            <pc:docMk/>
            <pc:sldMk cId="1068988793" sldId="260"/>
            <ac:cxnSpMk id="20" creationId="{EEC929AF-C75B-2C61-7CD4-4B9222C64880}"/>
          </ac:cxnSpMkLst>
        </pc:cxnChg>
        <pc:cxnChg chg="add mod">
          <ac:chgData name="Or Forshmit" userId="7c842d5c4cf4431e" providerId="LiveId" clId="{E409A72B-5ED7-4D73-9396-E605A8B45686}" dt="2026-01-31T21:57:24.723" v="120" actId="14100"/>
          <ac:cxnSpMkLst>
            <pc:docMk/>
            <pc:sldMk cId="1068988793" sldId="260"/>
            <ac:cxnSpMk id="21" creationId="{53A51444-C65D-36EB-A13B-2BF7C1978D28}"/>
          </ac:cxnSpMkLst>
        </pc:cxnChg>
        <pc:cxnChg chg="add mod">
          <ac:chgData name="Or Forshmit" userId="7c842d5c4cf4431e" providerId="LiveId" clId="{E409A72B-5ED7-4D73-9396-E605A8B45686}" dt="2026-01-31T21:57:30.792" v="123" actId="14100"/>
          <ac:cxnSpMkLst>
            <pc:docMk/>
            <pc:sldMk cId="1068988793" sldId="260"/>
            <ac:cxnSpMk id="24" creationId="{AEDF9C30-9FA7-3C24-B69C-12C0829A6CF6}"/>
          </ac:cxnSpMkLst>
        </pc:cxnChg>
        <pc:cxnChg chg="add mod">
          <ac:chgData name="Or Forshmit" userId="7c842d5c4cf4431e" providerId="LiveId" clId="{E409A72B-5ED7-4D73-9396-E605A8B45686}" dt="2026-01-31T21:57:38.280" v="126" actId="14100"/>
          <ac:cxnSpMkLst>
            <pc:docMk/>
            <pc:sldMk cId="1068988793" sldId="260"/>
            <ac:cxnSpMk id="27" creationId="{5F632C4C-55A9-EB56-55AC-AF11608DE7FE}"/>
          </ac:cxnSpMkLst>
        </pc:cxnChg>
      </pc:sldChg>
      <pc:sldChg chg="addSp delSp modSp add mod modNotesTx">
        <pc:chgData name="Or Forshmit" userId="7c842d5c4cf4431e" providerId="LiveId" clId="{E409A72B-5ED7-4D73-9396-E605A8B45686}" dt="2026-02-04T18:59:15.160" v="220" actId="20577"/>
        <pc:sldMkLst>
          <pc:docMk/>
          <pc:sldMk cId="2866057738" sldId="262"/>
        </pc:sldMkLst>
        <pc:spChg chg="del">
          <ac:chgData name="Or Forshmit" userId="7c842d5c4cf4431e" providerId="LiveId" clId="{E409A72B-5ED7-4D73-9396-E605A8B45686}" dt="2026-02-04T18:49:04.788" v="128" actId="478"/>
          <ac:spMkLst>
            <pc:docMk/>
            <pc:sldMk cId="2866057738" sldId="262"/>
            <ac:spMk id="3" creationId="{896588A9-70B3-D0BA-E282-41ED434BC8A7}"/>
          </ac:spMkLst>
        </pc:spChg>
        <pc:spChg chg="del">
          <ac:chgData name="Or Forshmit" userId="7c842d5c4cf4431e" providerId="LiveId" clId="{E409A72B-5ED7-4D73-9396-E605A8B45686}" dt="2026-02-04T18:49:04.788" v="128" actId="478"/>
          <ac:spMkLst>
            <pc:docMk/>
            <pc:sldMk cId="2866057738" sldId="262"/>
            <ac:spMk id="4" creationId="{607A3D69-8794-D8F0-95C1-CCC9DE15DBFE}"/>
          </ac:spMkLst>
        </pc:spChg>
        <pc:spChg chg="del">
          <ac:chgData name="Or Forshmit" userId="7c842d5c4cf4431e" providerId="LiveId" clId="{E409A72B-5ED7-4D73-9396-E605A8B45686}" dt="2026-02-04T18:49:04.788" v="128" actId="478"/>
          <ac:spMkLst>
            <pc:docMk/>
            <pc:sldMk cId="2866057738" sldId="262"/>
            <ac:spMk id="5" creationId="{0DF3653D-D416-0A04-4B7E-0435635E82AE}"/>
          </ac:spMkLst>
        </pc:spChg>
        <pc:spChg chg="add del mod">
          <ac:chgData name="Or Forshmit" userId="7c842d5c4cf4431e" providerId="LiveId" clId="{E409A72B-5ED7-4D73-9396-E605A8B45686}" dt="2026-02-04T18:49:39.050" v="144" actId="478"/>
          <ac:spMkLst>
            <pc:docMk/>
            <pc:sldMk cId="2866057738" sldId="262"/>
            <ac:spMk id="7" creationId="{90445DA0-C97E-8795-949B-5AF22BCE1635}"/>
          </ac:spMkLst>
        </pc:spChg>
        <pc:spChg chg="del">
          <ac:chgData name="Or Forshmit" userId="7c842d5c4cf4431e" providerId="LiveId" clId="{E409A72B-5ED7-4D73-9396-E605A8B45686}" dt="2026-02-04T18:49:04.788" v="128" actId="478"/>
          <ac:spMkLst>
            <pc:docMk/>
            <pc:sldMk cId="2866057738" sldId="262"/>
            <ac:spMk id="8" creationId="{09E9814C-E591-0B7C-C0AB-10C576AF6A20}"/>
          </ac:spMkLst>
        </pc:spChg>
        <pc:spChg chg="del">
          <ac:chgData name="Or Forshmit" userId="7c842d5c4cf4431e" providerId="LiveId" clId="{E409A72B-5ED7-4D73-9396-E605A8B45686}" dt="2026-02-04T18:49:04.788" v="128" actId="478"/>
          <ac:spMkLst>
            <pc:docMk/>
            <pc:sldMk cId="2866057738" sldId="262"/>
            <ac:spMk id="9" creationId="{7F17755E-5943-6C6A-86BF-9D5ED1C220F3}"/>
          </ac:spMkLst>
        </pc:spChg>
        <pc:spChg chg="add del mod">
          <ac:chgData name="Or Forshmit" userId="7c842d5c4cf4431e" providerId="LiveId" clId="{E409A72B-5ED7-4D73-9396-E605A8B45686}" dt="2026-02-04T18:49:39.050" v="144" actId="478"/>
          <ac:spMkLst>
            <pc:docMk/>
            <pc:sldMk cId="2866057738" sldId="262"/>
            <ac:spMk id="10" creationId="{6AAF8F17-F583-6300-A6FB-45B39D60D193}"/>
          </ac:spMkLst>
        </pc:spChg>
        <pc:spChg chg="add del mod">
          <ac:chgData name="Or Forshmit" userId="7c842d5c4cf4431e" providerId="LiveId" clId="{E409A72B-5ED7-4D73-9396-E605A8B45686}" dt="2026-02-04T18:49:39.050" v="144" actId="478"/>
          <ac:spMkLst>
            <pc:docMk/>
            <pc:sldMk cId="2866057738" sldId="262"/>
            <ac:spMk id="11" creationId="{2AD7C24B-1DDA-A421-8894-4BD4125D6462}"/>
          </ac:spMkLst>
        </pc:spChg>
        <pc:spChg chg="add del mod">
          <ac:chgData name="Or Forshmit" userId="7c842d5c4cf4431e" providerId="LiveId" clId="{E409A72B-5ED7-4D73-9396-E605A8B45686}" dt="2026-02-04T18:49:39.050" v="144" actId="478"/>
          <ac:spMkLst>
            <pc:docMk/>
            <pc:sldMk cId="2866057738" sldId="262"/>
            <ac:spMk id="12" creationId="{6E1885A2-1F28-8D6B-EFF0-4FA764B41E85}"/>
          </ac:spMkLst>
        </pc:spChg>
        <pc:spChg chg="add del mod">
          <ac:chgData name="Or Forshmit" userId="7c842d5c4cf4431e" providerId="LiveId" clId="{E409A72B-5ED7-4D73-9396-E605A8B45686}" dt="2026-02-04T18:49:39.050" v="144" actId="478"/>
          <ac:spMkLst>
            <pc:docMk/>
            <pc:sldMk cId="2866057738" sldId="262"/>
            <ac:spMk id="13" creationId="{529F42D1-2329-8E25-777A-880CD9D3F956}"/>
          </ac:spMkLst>
        </pc:spChg>
        <pc:spChg chg="del">
          <ac:chgData name="Or Forshmit" userId="7c842d5c4cf4431e" providerId="LiveId" clId="{E409A72B-5ED7-4D73-9396-E605A8B45686}" dt="2026-02-04T18:49:08.075" v="129" actId="478"/>
          <ac:spMkLst>
            <pc:docMk/>
            <pc:sldMk cId="2866057738" sldId="262"/>
            <ac:spMk id="15" creationId="{6B8602B9-5021-E30B-8118-772FB600D115}"/>
          </ac:spMkLst>
        </pc:spChg>
        <pc:spChg chg="add del mod">
          <ac:chgData name="Or Forshmit" userId="7c842d5c4cf4431e" providerId="LiveId" clId="{E409A72B-5ED7-4D73-9396-E605A8B45686}" dt="2026-02-04T18:49:39.050" v="144" actId="478"/>
          <ac:spMkLst>
            <pc:docMk/>
            <pc:sldMk cId="2866057738" sldId="262"/>
            <ac:spMk id="16" creationId="{E43B91DC-E418-792D-569B-94A3DE61151A}"/>
          </ac:spMkLst>
        </pc:spChg>
        <pc:spChg chg="del">
          <ac:chgData name="Or Forshmit" userId="7c842d5c4cf4431e" providerId="LiveId" clId="{E409A72B-5ED7-4D73-9396-E605A8B45686}" dt="2026-02-04T18:49:04.788" v="128" actId="478"/>
          <ac:spMkLst>
            <pc:docMk/>
            <pc:sldMk cId="2866057738" sldId="262"/>
            <ac:spMk id="18" creationId="{B328A18F-E947-4591-FC10-3480011FF5C1}"/>
          </ac:spMkLst>
        </pc:spChg>
        <pc:spChg chg="del">
          <ac:chgData name="Or Forshmit" userId="7c842d5c4cf4431e" providerId="LiveId" clId="{E409A72B-5ED7-4D73-9396-E605A8B45686}" dt="2026-02-04T18:49:04.788" v="128" actId="478"/>
          <ac:spMkLst>
            <pc:docMk/>
            <pc:sldMk cId="2866057738" sldId="262"/>
            <ac:spMk id="23" creationId="{2E556A73-BB6C-98AE-B92F-11CCF3F2245B}"/>
          </ac:spMkLst>
        </pc:spChg>
        <pc:spChg chg="add mod">
          <ac:chgData name="Or Forshmit" userId="7c842d5c4cf4431e" providerId="LiveId" clId="{E409A72B-5ED7-4D73-9396-E605A8B45686}" dt="2026-02-04T18:59:09.943" v="217" actId="14100"/>
          <ac:spMkLst>
            <pc:docMk/>
            <pc:sldMk cId="2866057738" sldId="262"/>
            <ac:spMk id="24" creationId="{359C785A-146B-F2D8-6944-6F24D307FC5C}"/>
          </ac:spMkLst>
        </pc:spChg>
        <pc:spChg chg="add mod">
          <ac:chgData name="Or Forshmit" userId="7c842d5c4cf4431e" providerId="LiveId" clId="{E409A72B-5ED7-4D73-9396-E605A8B45686}" dt="2026-02-04T18:59:09.943" v="217" actId="14100"/>
          <ac:spMkLst>
            <pc:docMk/>
            <pc:sldMk cId="2866057738" sldId="262"/>
            <ac:spMk id="26" creationId="{E2A1E7B8-67ED-8B83-40F3-834ABC717B57}"/>
          </ac:spMkLst>
        </pc:spChg>
        <pc:spChg chg="add del mod">
          <ac:chgData name="Or Forshmit" userId="7c842d5c4cf4431e" providerId="LiveId" clId="{E409A72B-5ED7-4D73-9396-E605A8B45686}" dt="2026-02-04T18:53:22.932" v="215" actId="478"/>
          <ac:spMkLst>
            <pc:docMk/>
            <pc:sldMk cId="2866057738" sldId="262"/>
            <ac:spMk id="27" creationId="{A14E940F-7893-6C71-C084-1452BC0B213A}"/>
          </ac:spMkLst>
        </pc:spChg>
        <pc:spChg chg="add mod">
          <ac:chgData name="Or Forshmit" userId="7c842d5c4cf4431e" providerId="LiveId" clId="{E409A72B-5ED7-4D73-9396-E605A8B45686}" dt="2026-02-04T18:59:09.943" v="217" actId="14100"/>
          <ac:spMkLst>
            <pc:docMk/>
            <pc:sldMk cId="2866057738" sldId="262"/>
            <ac:spMk id="28" creationId="{57829EF2-56C5-F429-C668-4C10760A55FC}"/>
          </ac:spMkLst>
        </pc:spChg>
        <pc:spChg chg="del">
          <ac:chgData name="Or Forshmit" userId="7c842d5c4cf4431e" providerId="LiveId" clId="{E409A72B-5ED7-4D73-9396-E605A8B45686}" dt="2026-02-04T18:49:04.788" v="128" actId="478"/>
          <ac:spMkLst>
            <pc:docMk/>
            <pc:sldMk cId="2866057738" sldId="262"/>
            <ac:spMk id="29" creationId="{5F1A2166-5872-6925-F9FF-41172CDB3A32}"/>
          </ac:spMkLst>
        </pc:spChg>
        <pc:spChg chg="del">
          <ac:chgData name="Or Forshmit" userId="7c842d5c4cf4431e" providerId="LiveId" clId="{E409A72B-5ED7-4D73-9396-E605A8B45686}" dt="2026-02-04T18:49:04.788" v="128" actId="478"/>
          <ac:spMkLst>
            <pc:docMk/>
            <pc:sldMk cId="2866057738" sldId="262"/>
            <ac:spMk id="30" creationId="{2CF7B4FE-774F-16A0-78DD-57831127B1DF}"/>
          </ac:spMkLst>
        </pc:spChg>
        <pc:spChg chg="del">
          <ac:chgData name="Or Forshmit" userId="7c842d5c4cf4431e" providerId="LiveId" clId="{E409A72B-5ED7-4D73-9396-E605A8B45686}" dt="2026-02-04T18:49:04.788" v="128" actId="478"/>
          <ac:spMkLst>
            <pc:docMk/>
            <pc:sldMk cId="2866057738" sldId="262"/>
            <ac:spMk id="33" creationId="{8A9BE464-B3D0-0D59-DB63-E17CF18BF3D9}"/>
          </ac:spMkLst>
        </pc:spChg>
        <pc:cxnChg chg="add mod">
          <ac:chgData name="Or Forshmit" userId="7c842d5c4cf4431e" providerId="LiveId" clId="{E409A72B-5ED7-4D73-9396-E605A8B45686}" dt="2026-02-04T18:59:09.943" v="217" actId="14100"/>
          <ac:cxnSpMkLst>
            <pc:docMk/>
            <pc:sldMk cId="2866057738" sldId="262"/>
            <ac:cxnSpMk id="2" creationId="{60E71488-14B8-D904-19DC-6F026631F389}"/>
          </ac:cxnSpMkLst>
        </pc:cxnChg>
        <pc:cxnChg chg="add del mod">
          <ac:chgData name="Or Forshmit" userId="7c842d5c4cf4431e" providerId="LiveId" clId="{E409A72B-5ED7-4D73-9396-E605A8B45686}" dt="2026-02-04T18:49:54.343" v="146" actId="478"/>
          <ac:cxnSpMkLst>
            <pc:docMk/>
            <pc:sldMk cId="2866057738" sldId="262"/>
            <ac:cxnSpMk id="6" creationId="{E5211606-ECC2-1546-F166-0D20673408D7}"/>
          </ac:cxnSpMkLst>
        </pc:cxnChg>
        <pc:cxnChg chg="add mod">
          <ac:chgData name="Or Forshmit" userId="7c842d5c4cf4431e" providerId="LiveId" clId="{E409A72B-5ED7-4D73-9396-E605A8B45686}" dt="2026-02-04T18:59:09.943" v="217" actId="14100"/>
          <ac:cxnSpMkLst>
            <pc:docMk/>
            <pc:sldMk cId="2866057738" sldId="262"/>
            <ac:cxnSpMk id="19" creationId="{82AFC56A-656C-9E0A-2B9E-8DC58DE7EF4C}"/>
          </ac:cxnSpMkLst>
        </pc:cxnChg>
      </pc:sldChg>
      <pc:sldChg chg="addSp delSp modSp add mod modNotesTx">
        <pc:chgData name="Or Forshmit" userId="7c842d5c4cf4431e" providerId="LiveId" clId="{E409A72B-5ED7-4D73-9396-E605A8B45686}" dt="2026-02-04T19:01:43.581" v="261" actId="1076"/>
        <pc:sldMkLst>
          <pc:docMk/>
          <pc:sldMk cId="2647498626" sldId="263"/>
        </pc:sldMkLst>
        <pc:spChg chg="add mod">
          <ac:chgData name="Or Forshmit" userId="7c842d5c4cf4431e" providerId="LiveId" clId="{E409A72B-5ED7-4D73-9396-E605A8B45686}" dt="2026-02-04T18:59:30.526" v="226"/>
          <ac:spMkLst>
            <pc:docMk/>
            <pc:sldMk cId="2647498626" sldId="263"/>
            <ac:spMk id="3" creationId="{FCF66A8E-0C4F-A0AA-A75B-0BF82FE2C890}"/>
          </ac:spMkLst>
        </pc:spChg>
        <pc:spChg chg="add mod">
          <ac:chgData name="Or Forshmit" userId="7c842d5c4cf4431e" providerId="LiveId" clId="{E409A72B-5ED7-4D73-9396-E605A8B45686}" dt="2026-02-04T19:01:43.581" v="261" actId="1076"/>
          <ac:spMkLst>
            <pc:docMk/>
            <pc:sldMk cId="2647498626" sldId="263"/>
            <ac:spMk id="4" creationId="{159B4455-5B3D-08A8-A3BC-D83070B5B0CD}"/>
          </ac:spMkLst>
        </pc:spChg>
        <pc:cxnChg chg="add mod">
          <ac:chgData name="Or Forshmit" userId="7c842d5c4cf4431e" providerId="LiveId" clId="{E409A72B-5ED7-4D73-9396-E605A8B45686}" dt="2026-02-04T19:01:40.844" v="260" actId="14100"/>
          <ac:cxnSpMkLst>
            <pc:docMk/>
            <pc:sldMk cId="2647498626" sldId="263"/>
            <ac:cxnSpMk id="6" creationId="{32CF10AD-C3DF-C46A-A01C-652967C2376C}"/>
          </ac:cxnSpMkLst>
        </pc:cxnChg>
        <pc:cxnChg chg="add del mod">
          <ac:chgData name="Or Forshmit" userId="7c842d5c4cf4431e" providerId="LiveId" clId="{E409A72B-5ED7-4D73-9396-E605A8B45686}" dt="2026-02-04T19:00:58.434" v="247" actId="478"/>
          <ac:cxnSpMkLst>
            <pc:docMk/>
            <pc:sldMk cId="2647498626" sldId="263"/>
            <ac:cxnSpMk id="7" creationId="{57FAA548-F7A9-D9FC-4315-4DCDCD50FEE2}"/>
          </ac:cxnSpMkLst>
        </pc:cxnChg>
        <pc:cxnChg chg="add del mod">
          <ac:chgData name="Or Forshmit" userId="7c842d5c4cf4431e" providerId="LiveId" clId="{E409A72B-5ED7-4D73-9396-E605A8B45686}" dt="2026-02-04T19:00:57.731" v="246" actId="478"/>
          <ac:cxnSpMkLst>
            <pc:docMk/>
            <pc:sldMk cId="2647498626" sldId="263"/>
            <ac:cxnSpMk id="9" creationId="{AB840EC1-90CE-66D8-AB63-CE1A799F1FCB}"/>
          </ac:cxnSpMkLst>
        </pc:cxnChg>
        <pc:cxnChg chg="add mod">
          <ac:chgData name="Or Forshmit" userId="7c842d5c4cf4431e" providerId="LiveId" clId="{E409A72B-5ED7-4D73-9396-E605A8B45686}" dt="2026-02-04T19:01:06.501" v="250" actId="14100"/>
          <ac:cxnSpMkLst>
            <pc:docMk/>
            <pc:sldMk cId="2647498626" sldId="263"/>
            <ac:cxnSpMk id="11" creationId="{04624488-374A-6FFA-3B14-E7B87D4E552A}"/>
          </ac:cxnSpMkLst>
        </pc:cxnChg>
        <pc:cxnChg chg="add mod">
          <ac:chgData name="Or Forshmit" userId="7c842d5c4cf4431e" providerId="LiveId" clId="{E409A72B-5ED7-4D73-9396-E605A8B45686}" dt="2026-02-04T19:01:18.793" v="253" actId="14100"/>
          <ac:cxnSpMkLst>
            <pc:docMk/>
            <pc:sldMk cId="2647498626" sldId="263"/>
            <ac:cxnSpMk id="14" creationId="{5FE9BDF8-C77B-8C74-6AB2-7E99EB69B7A0}"/>
          </ac:cxnSpMkLst>
        </pc:cxnChg>
        <pc:cxnChg chg="add mod">
          <ac:chgData name="Or Forshmit" userId="7c842d5c4cf4431e" providerId="LiveId" clId="{E409A72B-5ED7-4D73-9396-E605A8B45686}" dt="2026-02-04T19:01:31.582" v="258" actId="14100"/>
          <ac:cxnSpMkLst>
            <pc:docMk/>
            <pc:sldMk cId="2647498626" sldId="263"/>
            <ac:cxnSpMk id="16" creationId="{8F168DA0-140A-8ECC-3EB8-B046513A869D}"/>
          </ac:cxnSpMkLst>
        </pc:cxnChg>
      </pc:sldChg>
      <pc:sldChg chg="addSp delSp modSp add mod">
        <pc:chgData name="Or Forshmit" userId="7c842d5c4cf4431e" providerId="LiveId" clId="{E409A72B-5ED7-4D73-9396-E605A8B45686}" dt="2026-02-04T19:05:05.937" v="306" actId="14100"/>
        <pc:sldMkLst>
          <pc:docMk/>
          <pc:sldMk cId="1612604750" sldId="264"/>
        </pc:sldMkLst>
        <pc:cxnChg chg="add mod">
          <ac:chgData name="Or Forshmit" userId="7c842d5c4cf4431e" providerId="LiveId" clId="{E409A72B-5ED7-4D73-9396-E605A8B45686}" dt="2026-02-04T19:03:42.525" v="270" actId="14100"/>
          <ac:cxnSpMkLst>
            <pc:docMk/>
            <pc:sldMk cId="1612604750" sldId="264"/>
            <ac:cxnSpMk id="5" creationId="{BFF24D84-A20F-D55A-8D1D-E4545B1E1C9F}"/>
          </ac:cxnSpMkLst>
        </pc:cxnChg>
        <pc:cxnChg chg="mod">
          <ac:chgData name="Or Forshmit" userId="7c842d5c4cf4431e" providerId="LiveId" clId="{E409A72B-5ED7-4D73-9396-E605A8B45686}" dt="2026-02-04T19:03:35.811" v="268" actId="14100"/>
          <ac:cxnSpMkLst>
            <pc:docMk/>
            <pc:sldMk cId="1612604750" sldId="264"/>
            <ac:cxnSpMk id="6" creationId="{88DBA004-E2CA-7AAC-5466-3DC79AFC8E4C}"/>
          </ac:cxnSpMkLst>
        </pc:cxnChg>
        <pc:cxnChg chg="add mod">
          <ac:chgData name="Or Forshmit" userId="7c842d5c4cf4431e" providerId="LiveId" clId="{E409A72B-5ED7-4D73-9396-E605A8B45686}" dt="2026-02-04T19:03:55.751" v="274" actId="14100"/>
          <ac:cxnSpMkLst>
            <pc:docMk/>
            <pc:sldMk cId="1612604750" sldId="264"/>
            <ac:cxnSpMk id="10" creationId="{8529F9CE-055C-B789-C3A3-AD33F45EB17C}"/>
          </ac:cxnSpMkLst>
        </pc:cxnChg>
        <pc:cxnChg chg="del">
          <ac:chgData name="Or Forshmit" userId="7c842d5c4cf4431e" providerId="LiveId" clId="{E409A72B-5ED7-4D73-9396-E605A8B45686}" dt="2026-02-04T19:03:22.324" v="263" actId="478"/>
          <ac:cxnSpMkLst>
            <pc:docMk/>
            <pc:sldMk cId="1612604750" sldId="264"/>
            <ac:cxnSpMk id="11" creationId="{454C0E33-DCC0-2076-4A15-88802FFC58F4}"/>
          </ac:cxnSpMkLst>
        </pc:cxnChg>
        <pc:cxnChg chg="del">
          <ac:chgData name="Or Forshmit" userId="7c842d5c4cf4431e" providerId="LiveId" clId="{E409A72B-5ED7-4D73-9396-E605A8B45686}" dt="2026-02-04T19:03:22.324" v="263" actId="478"/>
          <ac:cxnSpMkLst>
            <pc:docMk/>
            <pc:sldMk cId="1612604750" sldId="264"/>
            <ac:cxnSpMk id="14" creationId="{D0C0309A-770E-40CA-A362-374B461F4262}"/>
          </ac:cxnSpMkLst>
        </pc:cxnChg>
        <pc:cxnChg chg="add mod">
          <ac:chgData name="Or Forshmit" userId="7c842d5c4cf4431e" providerId="LiveId" clId="{E409A72B-5ED7-4D73-9396-E605A8B45686}" dt="2026-02-04T19:04:09.059" v="280" actId="14100"/>
          <ac:cxnSpMkLst>
            <pc:docMk/>
            <pc:sldMk cId="1612604750" sldId="264"/>
            <ac:cxnSpMk id="15" creationId="{1B60A506-409E-D9D2-F4F1-734AAF93654C}"/>
          </ac:cxnSpMkLst>
        </pc:cxnChg>
        <pc:cxnChg chg="del">
          <ac:chgData name="Or Forshmit" userId="7c842d5c4cf4431e" providerId="LiveId" clId="{E409A72B-5ED7-4D73-9396-E605A8B45686}" dt="2026-02-04T19:03:22.324" v="263" actId="478"/>
          <ac:cxnSpMkLst>
            <pc:docMk/>
            <pc:sldMk cId="1612604750" sldId="264"/>
            <ac:cxnSpMk id="16" creationId="{FA2D304E-CE1B-5913-EB64-FEEEBE31281B}"/>
          </ac:cxnSpMkLst>
        </pc:cxnChg>
        <pc:cxnChg chg="add mod">
          <ac:chgData name="Or Forshmit" userId="7c842d5c4cf4431e" providerId="LiveId" clId="{E409A72B-5ED7-4D73-9396-E605A8B45686}" dt="2026-02-04T19:04:20.519" v="284" actId="14100"/>
          <ac:cxnSpMkLst>
            <pc:docMk/>
            <pc:sldMk cId="1612604750" sldId="264"/>
            <ac:cxnSpMk id="23" creationId="{D40929F1-34AB-7FAC-2531-5196C50D2E9F}"/>
          </ac:cxnSpMkLst>
        </pc:cxnChg>
        <pc:cxnChg chg="add mod">
          <ac:chgData name="Or Forshmit" userId="7c842d5c4cf4431e" providerId="LiveId" clId="{E409A72B-5ED7-4D73-9396-E605A8B45686}" dt="2026-02-04T19:04:26.549" v="287" actId="14100"/>
          <ac:cxnSpMkLst>
            <pc:docMk/>
            <pc:sldMk cId="1612604750" sldId="264"/>
            <ac:cxnSpMk id="29" creationId="{9C5EC2FB-1B0F-C4F5-7A59-0A2282907EEF}"/>
          </ac:cxnSpMkLst>
        </pc:cxnChg>
        <pc:cxnChg chg="add mod">
          <ac:chgData name="Or Forshmit" userId="7c842d5c4cf4431e" providerId="LiveId" clId="{E409A72B-5ED7-4D73-9396-E605A8B45686}" dt="2026-02-04T19:04:37.286" v="291" actId="14100"/>
          <ac:cxnSpMkLst>
            <pc:docMk/>
            <pc:sldMk cId="1612604750" sldId="264"/>
            <ac:cxnSpMk id="32" creationId="{070E651B-5A5F-0A77-9890-BD0C5A07005B}"/>
          </ac:cxnSpMkLst>
        </pc:cxnChg>
        <pc:cxnChg chg="add mod">
          <ac:chgData name="Or Forshmit" userId="7c842d5c4cf4431e" providerId="LiveId" clId="{E409A72B-5ED7-4D73-9396-E605A8B45686}" dt="2026-02-04T19:04:47.841" v="296" actId="14100"/>
          <ac:cxnSpMkLst>
            <pc:docMk/>
            <pc:sldMk cId="1612604750" sldId="264"/>
            <ac:cxnSpMk id="35" creationId="{B2074C27-772E-C977-9D48-8FCB09D5AD75}"/>
          </ac:cxnSpMkLst>
        </pc:cxnChg>
        <pc:cxnChg chg="add mod">
          <ac:chgData name="Or Forshmit" userId="7c842d5c4cf4431e" providerId="LiveId" clId="{E409A72B-5ED7-4D73-9396-E605A8B45686}" dt="2026-02-04T19:05:05.937" v="306" actId="14100"/>
          <ac:cxnSpMkLst>
            <pc:docMk/>
            <pc:sldMk cId="1612604750" sldId="264"/>
            <ac:cxnSpMk id="40" creationId="{DFCB2B7D-5553-21B0-7A45-9C58EB1CB736}"/>
          </ac:cxnSpMkLst>
        </pc:cxnChg>
      </pc:sldChg>
    </pc:docChg>
  </pc:docChgLst>
  <pc:docChgLst>
    <pc:chgData name="Or Forshmit" userId="7c842d5c4cf4431e" providerId="LiveId" clId="{3E18CC7B-CFC1-4E27-A1BD-24931C36162E}"/>
    <pc:docChg chg="undo custSel addSld modSld">
      <pc:chgData name="Or Forshmit" userId="7c842d5c4cf4431e" providerId="LiveId" clId="{3E18CC7B-CFC1-4E27-A1BD-24931C36162E}" dt="2026-02-01T08:39:31.945" v="781" actId="1076"/>
      <pc:docMkLst>
        <pc:docMk/>
      </pc:docMkLst>
      <pc:sldChg chg="addSp delSp modSp new mod modNotesTx">
        <pc:chgData name="Or Forshmit" userId="7c842d5c4cf4431e" providerId="LiveId" clId="{3E18CC7B-CFC1-4E27-A1BD-24931C36162E}" dt="2026-01-28T11:36:40.776" v="104" actId="1035"/>
        <pc:sldMkLst>
          <pc:docMk/>
          <pc:sldMk cId="1074688304" sldId="256"/>
        </pc:sldMkLst>
        <pc:spChg chg="add mod">
          <ac:chgData name="Or Forshmit" userId="7c842d5c4cf4431e" providerId="LiveId" clId="{3E18CC7B-CFC1-4E27-A1BD-24931C36162E}" dt="2026-01-28T11:35:57.735" v="70" actId="20577"/>
          <ac:spMkLst>
            <pc:docMk/>
            <pc:sldMk cId="1074688304" sldId="256"/>
            <ac:spMk id="4" creationId="{088B95C8-58DB-7F56-4147-33A2B094EC2B}"/>
          </ac:spMkLst>
        </pc:spChg>
        <pc:spChg chg="add mod">
          <ac:chgData name="Or Forshmit" userId="7c842d5c4cf4431e" providerId="LiveId" clId="{3E18CC7B-CFC1-4E27-A1BD-24931C36162E}" dt="2026-01-28T11:35:52.402" v="68"/>
          <ac:spMkLst>
            <pc:docMk/>
            <pc:sldMk cId="1074688304" sldId="256"/>
            <ac:spMk id="5" creationId="{E34DE8B9-B8A7-EC07-3524-6BA606BCED16}"/>
          </ac:spMkLst>
        </pc:spChg>
        <pc:spChg chg="add mod">
          <ac:chgData name="Or Forshmit" userId="7c842d5c4cf4431e" providerId="LiveId" clId="{3E18CC7B-CFC1-4E27-A1BD-24931C36162E}" dt="2026-01-28T11:36:40.776" v="104" actId="1035"/>
          <ac:spMkLst>
            <pc:docMk/>
            <pc:sldMk cId="1074688304" sldId="256"/>
            <ac:spMk id="6" creationId="{E9FF9F6E-9897-AC4A-F4EB-1602251E69B0}"/>
          </ac:spMkLst>
        </pc:spChg>
        <pc:spChg chg="add mod">
          <ac:chgData name="Or Forshmit" userId="7c842d5c4cf4431e" providerId="LiveId" clId="{3E18CC7B-CFC1-4E27-A1BD-24931C36162E}" dt="2026-01-28T11:36:40.776" v="104" actId="1035"/>
          <ac:spMkLst>
            <pc:docMk/>
            <pc:sldMk cId="1074688304" sldId="256"/>
            <ac:spMk id="7" creationId="{844ADE07-E398-859F-C2CE-B5009C692F25}"/>
          </ac:spMkLst>
        </pc:spChg>
      </pc:sldChg>
      <pc:sldChg chg="addSp delSp modSp new mod modNotesTx">
        <pc:chgData name="Or Forshmit" userId="7c842d5c4cf4431e" providerId="LiveId" clId="{3E18CC7B-CFC1-4E27-A1BD-24931C36162E}" dt="2026-01-28T23:03:31.683" v="267" actId="14100"/>
        <pc:sldMkLst>
          <pc:docMk/>
          <pc:sldMk cId="1995069692" sldId="257"/>
        </pc:sldMkLst>
        <pc:spChg chg="add mod">
          <ac:chgData name="Or Forshmit" userId="7c842d5c4cf4431e" providerId="LiveId" clId="{3E18CC7B-CFC1-4E27-A1BD-24931C36162E}" dt="2026-01-28T22:52:43.716" v="183" actId="1076"/>
          <ac:spMkLst>
            <pc:docMk/>
            <pc:sldMk cId="1995069692" sldId="257"/>
            <ac:spMk id="8" creationId="{E6FD1694-AF4B-FC23-DC18-3582D2AAE626}"/>
          </ac:spMkLst>
        </pc:spChg>
        <pc:spChg chg="add mod">
          <ac:chgData name="Or Forshmit" userId="7c842d5c4cf4431e" providerId="LiveId" clId="{3E18CC7B-CFC1-4E27-A1BD-24931C36162E}" dt="2026-01-28T22:52:09.700" v="181" actId="1076"/>
          <ac:spMkLst>
            <pc:docMk/>
            <pc:sldMk cId="1995069692" sldId="257"/>
            <ac:spMk id="14" creationId="{B3AF0CA6-89FB-952D-CF1F-AFD6957A5D73}"/>
          </ac:spMkLst>
        </pc:spChg>
        <pc:spChg chg="add mod">
          <ac:chgData name="Or Forshmit" userId="7c842d5c4cf4431e" providerId="LiveId" clId="{3E18CC7B-CFC1-4E27-A1BD-24931C36162E}" dt="2026-01-28T22:52:09.700" v="181" actId="1076"/>
          <ac:spMkLst>
            <pc:docMk/>
            <pc:sldMk cId="1995069692" sldId="257"/>
            <ac:spMk id="17" creationId="{AC855802-1FA8-61E5-C02F-8C83A13718AA}"/>
          </ac:spMkLst>
        </pc:spChg>
        <pc:spChg chg="add mod">
          <ac:chgData name="Or Forshmit" userId="7c842d5c4cf4431e" providerId="LiveId" clId="{3E18CC7B-CFC1-4E27-A1BD-24931C36162E}" dt="2026-01-28T22:57:15.109" v="248" actId="1076"/>
          <ac:spMkLst>
            <pc:docMk/>
            <pc:sldMk cId="1995069692" sldId="257"/>
            <ac:spMk id="30" creationId="{6C360C5F-B0E4-0898-41E5-D52467FBD96A}"/>
          </ac:spMkLst>
        </pc:spChg>
        <pc:spChg chg="add mod">
          <ac:chgData name="Or Forshmit" userId="7c842d5c4cf4431e" providerId="LiveId" clId="{3E18CC7B-CFC1-4E27-A1BD-24931C36162E}" dt="2026-01-28T22:57:21.014" v="250" actId="1076"/>
          <ac:spMkLst>
            <pc:docMk/>
            <pc:sldMk cId="1995069692" sldId="257"/>
            <ac:spMk id="33" creationId="{7A34F55D-F4F9-F33D-1344-29CAE4EB1071}"/>
          </ac:spMkLst>
        </pc:spChg>
        <pc:spChg chg="add mod">
          <ac:chgData name="Or Forshmit" userId="7c842d5c4cf4431e" providerId="LiveId" clId="{3E18CC7B-CFC1-4E27-A1BD-24931C36162E}" dt="2026-01-28T22:57:35.469" v="255" actId="1076"/>
          <ac:spMkLst>
            <pc:docMk/>
            <pc:sldMk cId="1995069692" sldId="257"/>
            <ac:spMk id="34" creationId="{5C1D4211-44DD-EC0C-2AF9-7C5626FF306F}"/>
          </ac:spMkLst>
        </pc:spChg>
        <pc:cxnChg chg="add mod">
          <ac:chgData name="Or Forshmit" userId="7c842d5c4cf4431e" providerId="LiveId" clId="{3E18CC7B-CFC1-4E27-A1BD-24931C36162E}" dt="2026-01-28T22:52:43.716" v="183" actId="1076"/>
          <ac:cxnSpMkLst>
            <pc:docMk/>
            <pc:sldMk cId="1995069692" sldId="257"/>
            <ac:cxnSpMk id="5" creationId="{3E96E585-D0F6-AFA7-2B6D-379CDB39F62A}"/>
          </ac:cxnSpMkLst>
        </pc:cxnChg>
        <pc:cxnChg chg="add mod">
          <ac:chgData name="Or Forshmit" userId="7c842d5c4cf4431e" providerId="LiveId" clId="{3E18CC7B-CFC1-4E27-A1BD-24931C36162E}" dt="2026-01-28T22:52:43.716" v="183" actId="1076"/>
          <ac:cxnSpMkLst>
            <pc:docMk/>
            <pc:sldMk cId="1995069692" sldId="257"/>
            <ac:cxnSpMk id="6" creationId="{5F788372-E4A1-A568-C205-678E40421054}"/>
          </ac:cxnSpMkLst>
        </pc:cxnChg>
        <pc:cxnChg chg="add mod">
          <ac:chgData name="Or Forshmit" userId="7c842d5c4cf4431e" providerId="LiveId" clId="{3E18CC7B-CFC1-4E27-A1BD-24931C36162E}" dt="2026-01-28T22:52:43.716" v="183" actId="1076"/>
          <ac:cxnSpMkLst>
            <pc:docMk/>
            <pc:sldMk cId="1995069692" sldId="257"/>
            <ac:cxnSpMk id="10" creationId="{30B54E99-1752-70BE-D1EC-60D30BE15F84}"/>
          </ac:cxnSpMkLst>
        </pc:cxnChg>
        <pc:cxnChg chg="add mod">
          <ac:chgData name="Or Forshmit" userId="7c842d5c4cf4431e" providerId="LiveId" clId="{3E18CC7B-CFC1-4E27-A1BD-24931C36162E}" dt="2026-01-28T22:52:43.716" v="183" actId="1076"/>
          <ac:cxnSpMkLst>
            <pc:docMk/>
            <pc:sldMk cId="1995069692" sldId="257"/>
            <ac:cxnSpMk id="11" creationId="{62FE35EA-F40C-1CBF-60E6-2FECC212D59F}"/>
          </ac:cxnSpMkLst>
        </pc:cxnChg>
        <pc:cxnChg chg="add mod">
          <ac:chgData name="Or Forshmit" userId="7c842d5c4cf4431e" providerId="LiveId" clId="{3E18CC7B-CFC1-4E27-A1BD-24931C36162E}" dt="2026-01-28T22:52:09.700" v="181" actId="1076"/>
          <ac:cxnSpMkLst>
            <pc:docMk/>
            <pc:sldMk cId="1995069692" sldId="257"/>
            <ac:cxnSpMk id="12" creationId="{041086DF-A99D-D4BA-A97B-3F0E789A77DB}"/>
          </ac:cxnSpMkLst>
        </pc:cxnChg>
        <pc:cxnChg chg="add mod">
          <ac:chgData name="Or Forshmit" userId="7c842d5c4cf4431e" providerId="LiveId" clId="{3E18CC7B-CFC1-4E27-A1BD-24931C36162E}" dt="2026-01-28T22:52:09.700" v="181" actId="1076"/>
          <ac:cxnSpMkLst>
            <pc:docMk/>
            <pc:sldMk cId="1995069692" sldId="257"/>
            <ac:cxnSpMk id="13" creationId="{F64C1CCC-0BD9-7A02-92E8-58BF67292A98}"/>
          </ac:cxnSpMkLst>
        </pc:cxnChg>
        <pc:cxnChg chg="add mod">
          <ac:chgData name="Or Forshmit" userId="7c842d5c4cf4431e" providerId="LiveId" clId="{3E18CC7B-CFC1-4E27-A1BD-24931C36162E}" dt="2026-01-28T22:47:56.190" v="166" actId="1076"/>
          <ac:cxnSpMkLst>
            <pc:docMk/>
            <pc:sldMk cId="1995069692" sldId="257"/>
            <ac:cxnSpMk id="15" creationId="{668621B5-9323-491D-3A01-1EB78C7A6D00}"/>
          </ac:cxnSpMkLst>
        </pc:cxnChg>
        <pc:cxnChg chg="add mod">
          <ac:chgData name="Or Forshmit" userId="7c842d5c4cf4431e" providerId="LiveId" clId="{3E18CC7B-CFC1-4E27-A1BD-24931C36162E}" dt="2026-01-28T22:52:09.700" v="181" actId="1076"/>
          <ac:cxnSpMkLst>
            <pc:docMk/>
            <pc:sldMk cId="1995069692" sldId="257"/>
            <ac:cxnSpMk id="16" creationId="{D364A790-9BB9-03F2-BE84-0E023A4BB39B}"/>
          </ac:cxnSpMkLst>
        </pc:cxnChg>
        <pc:cxnChg chg="add mod">
          <ac:chgData name="Or Forshmit" userId="7c842d5c4cf4431e" providerId="LiveId" clId="{3E18CC7B-CFC1-4E27-A1BD-24931C36162E}" dt="2026-01-28T22:52:09.700" v="181" actId="1076"/>
          <ac:cxnSpMkLst>
            <pc:docMk/>
            <pc:sldMk cId="1995069692" sldId="257"/>
            <ac:cxnSpMk id="18" creationId="{8EA460BD-3665-1F2E-31DA-4CF3043BB802}"/>
          </ac:cxnSpMkLst>
        </pc:cxnChg>
        <pc:cxnChg chg="add mod">
          <ac:chgData name="Or Forshmit" userId="7c842d5c4cf4431e" providerId="LiveId" clId="{3E18CC7B-CFC1-4E27-A1BD-24931C36162E}" dt="2026-01-28T22:50:28.859" v="180" actId="14100"/>
          <ac:cxnSpMkLst>
            <pc:docMk/>
            <pc:sldMk cId="1995069692" sldId="257"/>
            <ac:cxnSpMk id="23" creationId="{20256894-897B-ED3F-DB39-414D903A8A42}"/>
          </ac:cxnSpMkLst>
        </pc:cxnChg>
        <pc:cxnChg chg="add mod">
          <ac:chgData name="Or Forshmit" userId="7c842d5c4cf4431e" providerId="LiveId" clId="{3E18CC7B-CFC1-4E27-A1BD-24931C36162E}" dt="2026-01-28T22:53:51.553" v="185" actId="1076"/>
          <ac:cxnSpMkLst>
            <pc:docMk/>
            <pc:sldMk cId="1995069692" sldId="257"/>
            <ac:cxnSpMk id="28" creationId="{7D7F8446-CD3A-AD2F-6A4A-8749F5F67C1E}"/>
          </ac:cxnSpMkLst>
        </pc:cxnChg>
        <pc:cxnChg chg="add mod">
          <ac:chgData name="Or Forshmit" userId="7c842d5c4cf4431e" providerId="LiveId" clId="{3E18CC7B-CFC1-4E27-A1BD-24931C36162E}" dt="2026-01-28T22:53:51.553" v="185" actId="1076"/>
          <ac:cxnSpMkLst>
            <pc:docMk/>
            <pc:sldMk cId="1995069692" sldId="257"/>
            <ac:cxnSpMk id="29" creationId="{0EC59C41-7B22-F0CC-A618-8AF18AFC3E0C}"/>
          </ac:cxnSpMkLst>
        </pc:cxnChg>
        <pc:cxnChg chg="add mod">
          <ac:chgData name="Or Forshmit" userId="7c842d5c4cf4431e" providerId="LiveId" clId="{3E18CC7B-CFC1-4E27-A1BD-24931C36162E}" dt="2026-01-28T22:57:06.603" v="246" actId="14100"/>
          <ac:cxnSpMkLst>
            <pc:docMk/>
            <pc:sldMk cId="1995069692" sldId="257"/>
            <ac:cxnSpMk id="31" creationId="{593F9D94-EE90-04EB-0566-0C02115718EE}"/>
          </ac:cxnSpMkLst>
        </pc:cxnChg>
        <pc:cxnChg chg="add mod">
          <ac:chgData name="Or Forshmit" userId="7c842d5c4cf4431e" providerId="LiveId" clId="{3E18CC7B-CFC1-4E27-A1BD-24931C36162E}" dt="2026-01-28T22:57:08.952" v="247" actId="14100"/>
          <ac:cxnSpMkLst>
            <pc:docMk/>
            <pc:sldMk cId="1995069692" sldId="257"/>
            <ac:cxnSpMk id="32" creationId="{C9347212-1D03-EDE9-28D4-6509ACF555BF}"/>
          </ac:cxnSpMkLst>
        </pc:cxnChg>
        <pc:cxnChg chg="add mod">
          <ac:chgData name="Or Forshmit" userId="7c842d5c4cf4431e" providerId="LiveId" clId="{3E18CC7B-CFC1-4E27-A1BD-24931C36162E}" dt="2026-01-28T22:58:02.673" v="259" actId="14100"/>
          <ac:cxnSpMkLst>
            <pc:docMk/>
            <pc:sldMk cId="1995069692" sldId="257"/>
            <ac:cxnSpMk id="35" creationId="{D4F139DA-C07E-4F9E-8445-EA58C3C56D96}"/>
          </ac:cxnSpMkLst>
        </pc:cxnChg>
        <pc:cxnChg chg="add mod">
          <ac:chgData name="Or Forshmit" userId="7c842d5c4cf4431e" providerId="LiveId" clId="{3E18CC7B-CFC1-4E27-A1BD-24931C36162E}" dt="2026-01-28T22:58:06.685" v="261" actId="14100"/>
          <ac:cxnSpMkLst>
            <pc:docMk/>
            <pc:sldMk cId="1995069692" sldId="257"/>
            <ac:cxnSpMk id="38" creationId="{8982FD2B-C98E-0CFF-BF0D-079BCB993486}"/>
          </ac:cxnSpMkLst>
        </pc:cxnChg>
        <pc:cxnChg chg="add mod">
          <ac:chgData name="Or Forshmit" userId="7c842d5c4cf4431e" providerId="LiveId" clId="{3E18CC7B-CFC1-4E27-A1BD-24931C36162E}" dt="2026-01-28T22:57:27.213" v="252" actId="1076"/>
          <ac:cxnSpMkLst>
            <pc:docMk/>
            <pc:sldMk cId="1995069692" sldId="257"/>
            <ac:cxnSpMk id="41" creationId="{4C004F0B-936D-231E-BAF3-AB98C90F1B6D}"/>
          </ac:cxnSpMkLst>
        </pc:cxnChg>
        <pc:cxnChg chg="add mod">
          <ac:chgData name="Or Forshmit" userId="7c842d5c4cf4431e" providerId="LiveId" clId="{3E18CC7B-CFC1-4E27-A1BD-24931C36162E}" dt="2026-01-28T22:58:09.843" v="262" actId="14100"/>
          <ac:cxnSpMkLst>
            <pc:docMk/>
            <pc:sldMk cId="1995069692" sldId="257"/>
            <ac:cxnSpMk id="44" creationId="{400B83CF-B47A-C71C-5AD3-3DDCC0D8FAFE}"/>
          </ac:cxnSpMkLst>
        </pc:cxnChg>
        <pc:cxnChg chg="add mod">
          <ac:chgData name="Or Forshmit" userId="7c842d5c4cf4431e" providerId="LiveId" clId="{3E18CC7B-CFC1-4E27-A1BD-24931C36162E}" dt="2026-01-28T22:58:04.354" v="260" actId="14100"/>
          <ac:cxnSpMkLst>
            <pc:docMk/>
            <pc:sldMk cId="1995069692" sldId="257"/>
            <ac:cxnSpMk id="55" creationId="{4E9F279A-01B7-CE04-80E9-0C7F17DE0F95}"/>
          </ac:cxnSpMkLst>
        </pc:cxnChg>
        <pc:cxnChg chg="add mod">
          <ac:chgData name="Or Forshmit" userId="7c842d5c4cf4431e" providerId="LiveId" clId="{3E18CC7B-CFC1-4E27-A1BD-24931C36162E}" dt="2026-01-28T23:03:31.683" v="267" actId="14100"/>
          <ac:cxnSpMkLst>
            <pc:docMk/>
            <pc:sldMk cId="1995069692" sldId="257"/>
            <ac:cxnSpMk id="61" creationId="{551BE9AB-FB7C-6F2D-3949-E44076A4932A}"/>
          </ac:cxnSpMkLst>
        </pc:cxnChg>
      </pc:sldChg>
      <pc:sldChg chg="addSp delSp modSp add mod modNotesTx">
        <pc:chgData name="Or Forshmit" userId="7c842d5c4cf4431e" providerId="LiveId" clId="{3E18CC7B-CFC1-4E27-A1BD-24931C36162E}" dt="2026-01-29T10:17:58.043" v="337" actId="14100"/>
        <pc:sldMkLst>
          <pc:docMk/>
          <pc:sldMk cId="2258803986" sldId="258"/>
        </pc:sldMkLst>
        <pc:spChg chg="add mod">
          <ac:chgData name="Or Forshmit" userId="7c842d5c4cf4431e" providerId="LiveId" clId="{3E18CC7B-CFC1-4E27-A1BD-24931C36162E}" dt="2026-01-29T09:58:51.839" v="293" actId="1076"/>
          <ac:spMkLst>
            <pc:docMk/>
            <pc:sldMk cId="2258803986" sldId="258"/>
            <ac:spMk id="2" creationId="{E91EB8C1-864B-5F2E-C7BA-76DD71ED6480}"/>
          </ac:spMkLst>
        </pc:spChg>
        <pc:spChg chg="add mod">
          <ac:chgData name="Or Forshmit" userId="7c842d5c4cf4431e" providerId="LiveId" clId="{3E18CC7B-CFC1-4E27-A1BD-24931C36162E}" dt="2026-01-29T09:58:52.522" v="294"/>
          <ac:spMkLst>
            <pc:docMk/>
            <pc:sldMk cId="2258803986" sldId="258"/>
            <ac:spMk id="3" creationId="{D52421D5-1DBA-F7EF-C817-DA254AA4112F}"/>
          </ac:spMkLst>
        </pc:spChg>
        <pc:spChg chg="add mod">
          <ac:chgData name="Or Forshmit" userId="7c842d5c4cf4431e" providerId="LiveId" clId="{3E18CC7B-CFC1-4E27-A1BD-24931C36162E}" dt="2026-01-29T09:59:04.567" v="297" actId="1076"/>
          <ac:spMkLst>
            <pc:docMk/>
            <pc:sldMk cId="2258803986" sldId="258"/>
            <ac:spMk id="4" creationId="{7EC7063C-F023-65AF-9670-3F970B32C102}"/>
          </ac:spMkLst>
        </pc:spChg>
        <pc:spChg chg="add mod">
          <ac:chgData name="Or Forshmit" userId="7c842d5c4cf4431e" providerId="LiveId" clId="{3E18CC7B-CFC1-4E27-A1BD-24931C36162E}" dt="2026-01-29T09:59:25.540" v="304" actId="20577"/>
          <ac:spMkLst>
            <pc:docMk/>
            <pc:sldMk cId="2258803986" sldId="258"/>
            <ac:spMk id="7" creationId="{3C9728DC-B9F0-85F8-FD5E-E0F508F5D94B}"/>
          </ac:spMkLst>
        </pc:spChg>
        <pc:spChg chg="add mod">
          <ac:chgData name="Or Forshmit" userId="7c842d5c4cf4431e" providerId="LiveId" clId="{3E18CC7B-CFC1-4E27-A1BD-24931C36162E}" dt="2026-01-29T09:59:29.227" v="307" actId="20577"/>
          <ac:spMkLst>
            <pc:docMk/>
            <pc:sldMk cId="2258803986" sldId="258"/>
            <ac:spMk id="9" creationId="{0D3D48DF-7262-E90A-68FE-E3493DCE07D1}"/>
          </ac:spMkLst>
        </pc:spChg>
        <pc:spChg chg="add mod">
          <ac:chgData name="Or Forshmit" userId="7c842d5c4cf4431e" providerId="LiveId" clId="{3E18CC7B-CFC1-4E27-A1BD-24931C36162E}" dt="2026-01-29T10:15:44.606" v="322" actId="1076"/>
          <ac:spMkLst>
            <pc:docMk/>
            <pc:sldMk cId="2258803986" sldId="258"/>
            <ac:spMk id="12" creationId="{662912A0-2850-9287-ED09-E4D1BB8C1097}"/>
          </ac:spMkLst>
        </pc:spChg>
        <pc:spChg chg="add mod">
          <ac:chgData name="Or Forshmit" userId="7c842d5c4cf4431e" providerId="LiveId" clId="{3E18CC7B-CFC1-4E27-A1BD-24931C36162E}" dt="2026-01-29T10:17:22.773" v="329" actId="1076"/>
          <ac:spMkLst>
            <pc:docMk/>
            <pc:sldMk cId="2258803986" sldId="258"/>
            <ac:spMk id="13" creationId="{B9B7028E-F81B-3A9A-2E43-1B6EF687BE3A}"/>
          </ac:spMkLst>
        </pc:spChg>
        <pc:spChg chg="add mod">
          <ac:chgData name="Or Forshmit" userId="7c842d5c4cf4431e" providerId="LiveId" clId="{3E18CC7B-CFC1-4E27-A1BD-24931C36162E}" dt="2026-01-29T10:17:18.079" v="327" actId="1076"/>
          <ac:spMkLst>
            <pc:docMk/>
            <pc:sldMk cId="2258803986" sldId="258"/>
            <ac:spMk id="14" creationId="{F960C091-DE29-617B-748C-BC2BAC7C0A21}"/>
          </ac:spMkLst>
        </pc:spChg>
        <pc:spChg chg="add mod">
          <ac:chgData name="Or Forshmit" userId="7c842d5c4cf4431e" providerId="LiveId" clId="{3E18CC7B-CFC1-4E27-A1BD-24931C36162E}" dt="2026-01-29T10:17:28.463" v="330" actId="1076"/>
          <ac:spMkLst>
            <pc:docMk/>
            <pc:sldMk cId="2258803986" sldId="258"/>
            <ac:spMk id="18" creationId="{60A67171-F845-DC2D-205B-DCC7EB0BD5E5}"/>
          </ac:spMkLst>
        </pc:spChg>
        <pc:spChg chg="add mod">
          <ac:chgData name="Or Forshmit" userId="7c842d5c4cf4431e" providerId="LiveId" clId="{3E18CC7B-CFC1-4E27-A1BD-24931C36162E}" dt="2026-01-29T10:17:45.938" v="333" actId="693"/>
          <ac:spMkLst>
            <pc:docMk/>
            <pc:sldMk cId="2258803986" sldId="258"/>
            <ac:spMk id="19" creationId="{2EA823FD-9FA6-6364-E991-F28BBAC3E468}"/>
          </ac:spMkLst>
        </pc:spChg>
        <pc:spChg chg="add mod">
          <ac:chgData name="Or Forshmit" userId="7c842d5c4cf4431e" providerId="LiveId" clId="{3E18CC7B-CFC1-4E27-A1BD-24931C36162E}" dt="2026-01-29T10:17:58.043" v="337" actId="14100"/>
          <ac:spMkLst>
            <pc:docMk/>
            <pc:sldMk cId="2258803986" sldId="258"/>
            <ac:spMk id="20" creationId="{81FA3E40-8463-EF9E-64F9-971B6EA562C6}"/>
          </ac:spMkLst>
        </pc:spChg>
        <pc:cxnChg chg="add mod">
          <ac:chgData name="Or Forshmit" userId="7c842d5c4cf4431e" providerId="LiveId" clId="{3E18CC7B-CFC1-4E27-A1BD-24931C36162E}" dt="2026-01-29T10:11:50.370" v="309" actId="1076"/>
          <ac:cxnSpMkLst>
            <pc:docMk/>
            <pc:sldMk cId="2258803986" sldId="258"/>
            <ac:cxnSpMk id="10" creationId="{70D744C5-AA3E-C934-53A8-26F2A89B7B4D}"/>
          </ac:cxnSpMkLst>
        </pc:cxnChg>
        <pc:cxnChg chg="add mod">
          <ac:chgData name="Or Forshmit" userId="7c842d5c4cf4431e" providerId="LiveId" clId="{3E18CC7B-CFC1-4E27-A1BD-24931C36162E}" dt="2026-01-29T10:11:50.370" v="309" actId="1076"/>
          <ac:cxnSpMkLst>
            <pc:docMk/>
            <pc:sldMk cId="2258803986" sldId="258"/>
            <ac:cxnSpMk id="11" creationId="{512D2B9A-A46B-2D6A-5CBB-56235B5B95E3}"/>
          </ac:cxnSpMkLst>
        </pc:cxnChg>
      </pc:sldChg>
      <pc:sldChg chg="addSp delSp modSp add mod modNotesTx">
        <pc:chgData name="Or Forshmit" userId="7c842d5c4cf4431e" providerId="LiveId" clId="{3E18CC7B-CFC1-4E27-A1BD-24931C36162E}" dt="2026-01-30T16:09:18.989" v="554" actId="1038"/>
        <pc:sldMkLst>
          <pc:docMk/>
          <pc:sldMk cId="2855367001" sldId="259"/>
        </pc:sldMkLst>
        <pc:spChg chg="add mod">
          <ac:chgData name="Or Forshmit" userId="7c842d5c4cf4431e" providerId="LiveId" clId="{3E18CC7B-CFC1-4E27-A1BD-24931C36162E}" dt="2026-01-30T16:09:18.989" v="554" actId="1038"/>
          <ac:spMkLst>
            <pc:docMk/>
            <pc:sldMk cId="2855367001" sldId="259"/>
            <ac:spMk id="26" creationId="{11512122-F786-16B1-C7BC-86F66B1AAB52}"/>
          </ac:spMkLst>
        </pc:spChg>
        <pc:spChg chg="add mod">
          <ac:chgData name="Or Forshmit" userId="7c842d5c4cf4431e" providerId="LiveId" clId="{3E18CC7B-CFC1-4E27-A1BD-24931C36162E}" dt="2026-01-30T16:09:18.989" v="554" actId="1038"/>
          <ac:spMkLst>
            <pc:docMk/>
            <pc:sldMk cId="2855367001" sldId="259"/>
            <ac:spMk id="27" creationId="{CB2624AE-4601-F9FF-6BD4-6022A4885553}"/>
          </ac:spMkLst>
        </pc:spChg>
        <pc:cxnChg chg="add mod">
          <ac:chgData name="Or Forshmit" userId="7c842d5c4cf4431e" providerId="LiveId" clId="{3E18CC7B-CFC1-4E27-A1BD-24931C36162E}" dt="2026-01-30T16:08:50.569" v="509" actId="1076"/>
          <ac:cxnSpMkLst>
            <pc:docMk/>
            <pc:sldMk cId="2855367001" sldId="259"/>
            <ac:cxnSpMk id="16" creationId="{66F98465-231D-7B9E-6F08-4EAF9DB46A8D}"/>
          </ac:cxnSpMkLst>
        </pc:cxnChg>
        <pc:cxnChg chg="add mod">
          <ac:chgData name="Or Forshmit" userId="7c842d5c4cf4431e" providerId="LiveId" clId="{3E18CC7B-CFC1-4E27-A1BD-24931C36162E}" dt="2026-01-30T16:06:06.664" v="478" actId="1036"/>
          <ac:cxnSpMkLst>
            <pc:docMk/>
            <pc:sldMk cId="2855367001" sldId="259"/>
            <ac:cxnSpMk id="24" creationId="{C0E06792-1793-D03F-B800-CF806C59E29B}"/>
          </ac:cxnSpMkLst>
        </pc:cxnChg>
        <pc:cxnChg chg="add mod">
          <ac:chgData name="Or Forshmit" userId="7c842d5c4cf4431e" providerId="LiveId" clId="{3E18CC7B-CFC1-4E27-A1BD-24931C36162E}" dt="2026-01-30T16:07:44.249" v="502" actId="1076"/>
          <ac:cxnSpMkLst>
            <pc:docMk/>
            <pc:sldMk cId="2855367001" sldId="259"/>
            <ac:cxnSpMk id="25" creationId="{109D5E73-1FA7-C937-EC2F-02DEDD8A82C6}"/>
          </ac:cxnSpMkLst>
        </pc:cxnChg>
        <pc:cxnChg chg="add mod">
          <ac:chgData name="Or Forshmit" userId="7c842d5c4cf4431e" providerId="LiveId" clId="{3E18CC7B-CFC1-4E27-A1BD-24931C36162E}" dt="2026-01-30T16:09:05.526" v="548" actId="1036"/>
          <ac:cxnSpMkLst>
            <pc:docMk/>
            <pc:sldMk cId="2855367001" sldId="259"/>
            <ac:cxnSpMk id="28" creationId="{1E24F959-3375-6A4D-9F5F-565EF652A9C3}"/>
          </ac:cxnSpMkLst>
        </pc:cxnChg>
      </pc:sldChg>
      <pc:sldChg chg="delSp modSp mod">
        <pc:chgData name="Or Forshmit" userId="7c842d5c4cf4431e" providerId="LiveId" clId="{3E18CC7B-CFC1-4E27-A1BD-24931C36162E}" dt="2026-01-31T22:04:45.036" v="581" actId="14100"/>
        <pc:sldMkLst>
          <pc:docMk/>
          <pc:sldMk cId="1068988793" sldId="260"/>
        </pc:sldMkLst>
        <pc:spChg chg="mod">
          <ac:chgData name="Or Forshmit" userId="7c842d5c4cf4431e" providerId="LiveId" clId="{3E18CC7B-CFC1-4E27-A1BD-24931C36162E}" dt="2026-01-31T22:03:31.586" v="561" actId="14100"/>
          <ac:spMkLst>
            <pc:docMk/>
            <pc:sldMk cId="1068988793" sldId="260"/>
            <ac:spMk id="11" creationId="{D75FD242-60A3-ABD7-C781-57F7FD4DEAA0}"/>
          </ac:spMkLst>
        </pc:spChg>
        <pc:spChg chg="mod">
          <ac:chgData name="Or Forshmit" userId="7c842d5c4cf4431e" providerId="LiveId" clId="{3E18CC7B-CFC1-4E27-A1BD-24931C36162E}" dt="2026-01-31T22:03:41.268" v="563" actId="1076"/>
          <ac:spMkLst>
            <pc:docMk/>
            <pc:sldMk cId="1068988793" sldId="260"/>
            <ac:spMk id="12" creationId="{700E1494-AA88-80F6-C717-A84171B33D7B}"/>
          </ac:spMkLst>
        </pc:spChg>
        <pc:cxnChg chg="mod">
          <ac:chgData name="Or Forshmit" userId="7c842d5c4cf4431e" providerId="LiveId" clId="{3E18CC7B-CFC1-4E27-A1BD-24931C36162E}" dt="2026-01-31T22:04:45.036" v="581" actId="14100"/>
          <ac:cxnSpMkLst>
            <pc:docMk/>
            <pc:sldMk cId="1068988793" sldId="260"/>
            <ac:cxnSpMk id="20" creationId="{EEC929AF-C75B-2C61-7CD4-4B9222C64880}"/>
          </ac:cxnSpMkLst>
        </pc:cxnChg>
        <pc:cxnChg chg="mod">
          <ac:chgData name="Or Forshmit" userId="7c842d5c4cf4431e" providerId="LiveId" clId="{3E18CC7B-CFC1-4E27-A1BD-24931C36162E}" dt="2026-01-31T22:04:17.401" v="575" actId="14100"/>
          <ac:cxnSpMkLst>
            <pc:docMk/>
            <pc:sldMk cId="1068988793" sldId="260"/>
            <ac:cxnSpMk id="21" creationId="{53A51444-C65D-36EB-A13B-2BF7C1978D28}"/>
          </ac:cxnSpMkLst>
        </pc:cxnChg>
        <pc:cxnChg chg="mod">
          <ac:chgData name="Or Forshmit" userId="7c842d5c4cf4431e" providerId="LiveId" clId="{3E18CC7B-CFC1-4E27-A1BD-24931C36162E}" dt="2026-01-31T22:04:29.648" v="578" actId="14100"/>
          <ac:cxnSpMkLst>
            <pc:docMk/>
            <pc:sldMk cId="1068988793" sldId="260"/>
            <ac:cxnSpMk id="24" creationId="{AEDF9C30-9FA7-3C24-B69C-12C0829A6CF6}"/>
          </ac:cxnSpMkLst>
        </pc:cxnChg>
        <pc:cxnChg chg="mod">
          <ac:chgData name="Or Forshmit" userId="7c842d5c4cf4431e" providerId="LiveId" clId="{3E18CC7B-CFC1-4E27-A1BD-24931C36162E}" dt="2026-01-31T22:04:37.036" v="580" actId="14100"/>
          <ac:cxnSpMkLst>
            <pc:docMk/>
            <pc:sldMk cId="1068988793" sldId="260"/>
            <ac:cxnSpMk id="27" creationId="{5F632C4C-55A9-EB56-55AC-AF11608DE7FE}"/>
          </ac:cxnSpMkLst>
        </pc:cxnChg>
      </pc:sldChg>
      <pc:sldChg chg="addSp delSp modSp add mod modNotesTx">
        <pc:chgData name="Or Forshmit" userId="7c842d5c4cf4431e" providerId="LiveId" clId="{3E18CC7B-CFC1-4E27-A1BD-24931C36162E}" dt="2026-02-01T08:39:31.945" v="781" actId="1076"/>
        <pc:sldMkLst>
          <pc:docMk/>
          <pc:sldMk cId="4249282133" sldId="261"/>
        </pc:sldMkLst>
        <pc:spChg chg="add mod">
          <ac:chgData name="Or Forshmit" userId="7c842d5c4cf4431e" providerId="LiveId" clId="{3E18CC7B-CFC1-4E27-A1BD-24931C36162E}" dt="2026-02-01T08:35:27.956" v="613" actId="1076"/>
          <ac:spMkLst>
            <pc:docMk/>
            <pc:sldMk cId="4249282133" sldId="261"/>
            <ac:spMk id="3" creationId="{052DFC8D-32F6-A5C1-A454-C8B6860161DF}"/>
          </ac:spMkLst>
        </pc:spChg>
        <pc:spChg chg="add del mod">
          <ac:chgData name="Or Forshmit" userId="7c842d5c4cf4431e" providerId="LiveId" clId="{3E18CC7B-CFC1-4E27-A1BD-24931C36162E}" dt="2026-02-01T08:36:04.378" v="631" actId="1076"/>
          <ac:spMkLst>
            <pc:docMk/>
            <pc:sldMk cId="4249282133" sldId="261"/>
            <ac:spMk id="4" creationId="{3154E2B7-F23E-C180-30D3-70869CB77FFB}"/>
          </ac:spMkLst>
        </pc:spChg>
        <pc:spChg chg="add mod">
          <ac:chgData name="Or Forshmit" userId="7c842d5c4cf4431e" providerId="LiveId" clId="{3E18CC7B-CFC1-4E27-A1BD-24931C36162E}" dt="2026-02-01T08:36:12.097" v="633" actId="1076"/>
          <ac:spMkLst>
            <pc:docMk/>
            <pc:sldMk cId="4249282133" sldId="261"/>
            <ac:spMk id="5" creationId="{EC822FD2-F493-8A34-F8AF-F0FF9D7F09F4}"/>
          </ac:spMkLst>
        </pc:spChg>
        <pc:spChg chg="add mod">
          <ac:chgData name="Or Forshmit" userId="7c842d5c4cf4431e" providerId="LiveId" clId="{3E18CC7B-CFC1-4E27-A1BD-24931C36162E}" dt="2026-02-01T08:36:12.097" v="633" actId="1076"/>
          <ac:spMkLst>
            <pc:docMk/>
            <pc:sldMk cId="4249282133" sldId="261"/>
            <ac:spMk id="8" creationId="{352C131C-22DA-F665-9F95-91F76FAD1C45}"/>
          </ac:spMkLst>
        </pc:spChg>
        <pc:spChg chg="add mod">
          <ac:chgData name="Or Forshmit" userId="7c842d5c4cf4431e" providerId="LiveId" clId="{3E18CC7B-CFC1-4E27-A1BD-24931C36162E}" dt="2026-02-01T08:36:36.672" v="672" actId="1038"/>
          <ac:spMkLst>
            <pc:docMk/>
            <pc:sldMk cId="4249282133" sldId="261"/>
            <ac:spMk id="9" creationId="{E3426335-B74B-87DD-88FC-0A1FBEA774FD}"/>
          </ac:spMkLst>
        </pc:spChg>
        <pc:spChg chg="add mod">
          <ac:chgData name="Or Forshmit" userId="7c842d5c4cf4431e" providerId="LiveId" clId="{3E18CC7B-CFC1-4E27-A1BD-24931C36162E}" dt="2026-02-01T08:37:36.369" v="695" actId="20577"/>
          <ac:spMkLst>
            <pc:docMk/>
            <pc:sldMk cId="4249282133" sldId="261"/>
            <ac:spMk id="15" creationId="{E205881D-DE3B-51AD-746A-6E578C0F95C0}"/>
          </ac:spMkLst>
        </pc:spChg>
        <pc:spChg chg="add mod">
          <ac:chgData name="Or Forshmit" userId="7c842d5c4cf4431e" providerId="LiveId" clId="{3E18CC7B-CFC1-4E27-A1BD-24931C36162E}" dt="2026-02-01T08:38:07.048" v="704" actId="1076"/>
          <ac:spMkLst>
            <pc:docMk/>
            <pc:sldMk cId="4249282133" sldId="261"/>
            <ac:spMk id="18" creationId="{8DF991D4-6276-89D7-3945-8E81BF187875}"/>
          </ac:spMkLst>
        </pc:spChg>
        <pc:spChg chg="add mod">
          <ac:chgData name="Or Forshmit" userId="7c842d5c4cf4431e" providerId="LiveId" clId="{3E18CC7B-CFC1-4E27-A1BD-24931C36162E}" dt="2026-02-01T08:38:37.233" v="714" actId="1076"/>
          <ac:spMkLst>
            <pc:docMk/>
            <pc:sldMk cId="4249282133" sldId="261"/>
            <ac:spMk id="23" creationId="{8E12DF7E-B187-FBE5-30E0-DB655534FBEE}"/>
          </ac:spMkLst>
        </pc:spChg>
        <pc:spChg chg="add mod">
          <ac:chgData name="Or Forshmit" userId="7c842d5c4cf4431e" providerId="LiveId" clId="{3E18CC7B-CFC1-4E27-A1BD-24931C36162E}" dt="2026-02-01T08:38:51.549" v="720" actId="1076"/>
          <ac:spMkLst>
            <pc:docMk/>
            <pc:sldMk cId="4249282133" sldId="261"/>
            <ac:spMk id="29" creationId="{3C9239DF-B83D-5DCF-6DBF-7DF6C2C374DB}"/>
          </ac:spMkLst>
        </pc:spChg>
        <pc:spChg chg="add mod">
          <ac:chgData name="Or Forshmit" userId="7c842d5c4cf4431e" providerId="LiveId" clId="{3E18CC7B-CFC1-4E27-A1BD-24931C36162E}" dt="2026-02-01T08:39:09.512" v="774" actId="20577"/>
          <ac:spMkLst>
            <pc:docMk/>
            <pc:sldMk cId="4249282133" sldId="261"/>
            <ac:spMk id="30" creationId="{C6FA9253-7898-4CF8-D144-7215B044B1BD}"/>
          </ac:spMkLst>
        </pc:spChg>
        <pc:spChg chg="add mod">
          <ac:chgData name="Or Forshmit" userId="7c842d5c4cf4431e" providerId="LiveId" clId="{3E18CC7B-CFC1-4E27-A1BD-24931C36162E}" dt="2026-02-01T08:39:31.945" v="781" actId="1076"/>
          <ac:spMkLst>
            <pc:docMk/>
            <pc:sldMk cId="4249282133" sldId="261"/>
            <ac:spMk id="33" creationId="{A6DB8C2B-09E7-BEEA-4C23-78A752B67DBB}"/>
          </ac:spMkLst>
        </pc:spChg>
        <pc:cxnChg chg="add mod">
          <ac:chgData name="Or Forshmit" userId="7c842d5c4cf4431e" providerId="LiveId" clId="{3E18CC7B-CFC1-4E27-A1BD-24931C36162E}" dt="2026-02-01T08:37:30.690" v="693" actId="1076"/>
          <ac:cxnSpMkLst>
            <pc:docMk/>
            <pc:sldMk cId="4249282133" sldId="261"/>
            <ac:cxnSpMk id="14" creationId="{50FA29AF-A157-1973-A6F5-AE7EA3CEB96A}"/>
          </ac:cxnSpMkLst>
        </pc:cxnChg>
        <pc:cxnChg chg="add mod">
          <ac:chgData name="Or Forshmit" userId="7c842d5c4cf4431e" providerId="LiveId" clId="{3E18CC7B-CFC1-4E27-A1BD-24931C36162E}" dt="2026-02-01T08:38:10.060" v="705" actId="208"/>
          <ac:cxnSpMkLst>
            <pc:docMk/>
            <pc:sldMk cId="4249282133" sldId="261"/>
            <ac:cxnSpMk id="22" creationId="{DA64482E-326B-B813-5F63-D484C440D891}"/>
          </ac:cxnSpMkLst>
        </pc:cxnChg>
        <pc:cxnChg chg="add mod">
          <ac:chgData name="Or Forshmit" userId="7c842d5c4cf4431e" providerId="LiveId" clId="{3E18CC7B-CFC1-4E27-A1BD-24931C36162E}" dt="2026-02-01T08:38:24.676" v="709" actId="14100"/>
          <ac:cxnSpMkLst>
            <pc:docMk/>
            <pc:sldMk cId="4249282133" sldId="261"/>
            <ac:cxnSpMk id="25" creationId="{1DE5EB95-354B-58C8-AD5E-33328AF78807}"/>
          </ac:cxnSpMkLst>
        </pc:cxnChg>
        <pc:cxnChg chg="add mod">
          <ac:chgData name="Or Forshmit" userId="7c842d5c4cf4431e" providerId="LiveId" clId="{3E18CC7B-CFC1-4E27-A1BD-24931C36162E}" dt="2026-02-01T08:39:29.198" v="780" actId="14100"/>
          <ac:cxnSpMkLst>
            <pc:docMk/>
            <pc:sldMk cId="4249282133" sldId="261"/>
            <ac:cxnSpMk id="32" creationId="{084FCE03-AD2C-8375-FF2B-1E57983A0D9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6FCBF-32B6-47D0-9AE4-AC041F07E2DD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2491D-C4AE-4DEA-AA61-27B830F6AD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307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הרצאה 3 – שקף 26 – 01:40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491D-C4AE-4DEA-AA61-27B830F6AD4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419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הרצאה 4 – שקף 30 – 02:24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491D-C4AE-4DEA-AA61-27B830F6AD4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150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AD665-8CBB-2373-1198-135CDCC1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7193C-F044-1979-C278-4D0CEF50E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4C406-CF8D-0FF7-6174-281523567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תרגול 4 – שקף 16 – 00:37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D0927-CF05-ECDC-0CEA-7A6D41BEA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491D-C4AE-4DEA-AA61-27B830F6AD4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010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B411-CF63-7A3A-12BD-CB09F58A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FD600-EF2E-39B6-68E6-98B8754FD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AB6D9-1951-1FF0-2FD0-5CE71F935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הרצאה 6 – שקף 15 – 01:13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904EE-D423-8CBC-6B9B-A733F9E87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491D-C4AE-4DEA-AA61-27B830F6AD4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474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הרצאה 7 – שקף 25 – 01:32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491D-C4AE-4DEA-AA61-27B830F6AD4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794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BD3B6-10FD-E7FB-0B81-2F17CCC55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8CFE1-6D22-20E4-F0CD-06CA47769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5C30C-E738-FD40-1D3F-EE136329D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תרגול 7 – שקף 13 – 00:41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B7D2-D8D6-4A24-4555-F82B41310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491D-C4AE-4DEA-AA61-27B830F6AD4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389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98A0-2C82-022F-0863-3CB21EF1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9D7DE-A630-DA7C-8943-AFFD6C2C3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0792F-F872-C5C6-DFFE-0D8C80A89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הרצאה 9 – שקף 19 – 01:11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6365D-04DA-0447-AE16-A558915D8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491D-C4AE-4DEA-AA61-27B830F6AD4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748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57020-C022-B8D2-1360-CD772AF0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33BC3-4B07-396D-DD27-46AA49B46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F425B-3B34-CE51-F95A-D95AC1EAD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הרצאה 9 – שקף 19 – 01:15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68D36-E507-16E2-88EC-96DB79013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491D-C4AE-4DEA-AA61-27B830F6AD4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62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A0CD4-1DA4-F72F-AF5F-E3676ED5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7076D-975C-C3E6-0AFD-ADC642F65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7B1D1-650B-8C98-6118-A301ADDD0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הרצאה 9 – שקף 19 – 01:15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5E97C-35F5-3CF9-9F3C-423CEFFF3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491D-C4AE-4DEA-AA61-27B830F6AD4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5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99D3-FA6F-1E88-3EB1-E05078281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5F7F1-874A-DCB1-BA7B-D81B18074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3C965-D2C3-CC71-B38F-AD998456E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B78BC-9B62-90E6-6931-D763EFF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EC3A9-34EB-B589-F3D0-EFF06F78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338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CA3D-EEAD-8ADF-0EE4-6ECD1E1EA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C276B-82BE-5CC5-F6E5-F1FF7DD7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11DB1-605A-A2E5-2FF4-6A8212C71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48097-CB02-CE0B-747D-320521D4F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4089D-AD6C-BEB9-27D3-11A429E16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153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CAFC-B28B-29F3-0AD1-B104A94A6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A32E4-F6CD-3D60-8A11-960E0DE4B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F1A50-8609-C660-476A-21C932DC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16479-4BD5-9B5F-54D0-1115A0322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ACFA0-A751-5580-91E2-40069D76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20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6F4B5-7443-5D67-4886-81B95938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96623-9BF8-1F84-C61D-CB305A904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E0A1E-1964-FE04-BB40-76E6006F0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514CB-D439-2CA8-FD52-95D8F2D48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8C981-6319-B6D3-C5EE-9330889C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C213A-8D4D-8FC4-D396-C59CFD79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85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7C0A2-BDEC-1485-CD54-8FD7DF9AA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E39F8-ACAC-CC17-07F2-82AD98ECA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425D0-7C61-7765-0290-A664BC80B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A6F7C-3BAE-EFAC-F93A-1BF6B206E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34303-B5EA-E02E-9378-4F532E91A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D2E1A-0842-CFE7-C12D-24FF32B92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D7D18D-7392-3A66-1FE7-F22E2AD3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3C4DDE-DD37-4D10-64A3-9E3BD0B5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78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954A-BF73-4133-276C-1E9B35C9F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E7702F-3993-3DBF-C99C-B3DEDB2C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4FC1D3-BE3E-92C1-49EB-3B11BA98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0D8B9-DE22-8AED-9532-E985816C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85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C9111-6511-3F2D-F401-DDCF8669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49131E-E55B-D49D-4907-87D723DB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5A9EF-2479-5DB4-B135-9C8CB608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33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4A383-A844-A623-A0CA-FF558801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E43B1-46AE-9510-00FF-A4AF18262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ED839-0166-55C6-606B-81B41CE4E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84ACD-ED7F-4479-2D7D-FEE372201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745D0-AC7B-4C35-FA99-215332F4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252B2-A358-990D-1864-52809D29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11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F70BB-6CF8-E2CB-5999-95AF9D4C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AEE668-82EF-1385-162E-89151A91F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6772-E005-E4C5-F7A0-7D5A3454B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4D0C2-29D5-E94C-4548-005C452E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E035A-8CDD-0242-A09C-FA5B4568E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184D9-C51A-77FF-7EEC-24A1A30E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888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D259-43F6-223B-C8B0-FDBA38B87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BE3DC-3E41-8808-AD3E-8BEC2591E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60386-2E53-53B8-6305-6B18B2E9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522B9-0BFD-76A6-F1C6-979CBB84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24BBB-E2DE-3526-35F9-A69869E5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21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907968-CEE8-F042-55ED-894F742A2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442A8-F237-3EDF-7DB3-DFC368F7A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D7EE4-D67B-AC22-DCAD-09C779A5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45259-C1C2-8A88-0F6B-F594D7CC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4E4D2-1328-A9CA-0F47-13719876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85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857C4E-90E9-FC5A-2855-21BE08AF8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7950D-8336-FC7F-13FB-C532CF6FD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B05C4-3C44-9A7F-B4DB-217284540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658A5-19D4-4454-889E-14DA804222B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8360A-1AB1-3D75-4927-E93973A5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72386-684A-8D07-3249-CAD9CE33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11FD9-F7F0-4B4D-B104-69CABAE7F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470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8B95C8-58DB-7F56-4147-33A2B094EC2B}"/>
                  </a:ext>
                </a:extLst>
              </p:cNvPr>
              <p:cNvSpPr txBox="1"/>
              <p:nvPr/>
            </p:nvSpPr>
            <p:spPr>
              <a:xfrm>
                <a:off x="3635829" y="1948543"/>
                <a:ext cx="15457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8B95C8-58DB-7F56-4147-33A2B094E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29" y="1948543"/>
                <a:ext cx="1545772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4DE8B9-B8A7-EC07-3524-6BA606BCED16}"/>
                  </a:ext>
                </a:extLst>
              </p:cNvPr>
              <p:cNvSpPr txBox="1"/>
              <p:nvPr/>
            </p:nvSpPr>
            <p:spPr>
              <a:xfrm>
                <a:off x="2090057" y="1948543"/>
                <a:ext cx="15457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4DE8B9-B8A7-EC07-3524-6BA606BCE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057" y="1948543"/>
                <a:ext cx="1545772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9FF9F6E-9897-AC4A-F4EB-1602251E69B0}"/>
              </a:ext>
            </a:extLst>
          </p:cNvPr>
          <p:cNvSpPr txBox="1"/>
          <p:nvPr/>
        </p:nvSpPr>
        <p:spPr>
          <a:xfrm>
            <a:off x="2579914" y="2844577"/>
            <a:ext cx="903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  <a:p>
            <a:r>
              <a:rPr lang="en-GB" dirty="0"/>
              <a:t>No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4ADE07-E398-859F-C2CE-B5009C692F25}"/>
              </a:ext>
            </a:extLst>
          </p:cNvPr>
          <p:cNvSpPr txBox="1"/>
          <p:nvPr/>
        </p:nvSpPr>
        <p:spPr>
          <a:xfrm>
            <a:off x="4169228" y="2844577"/>
            <a:ext cx="903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  <a:p>
            <a:r>
              <a:rPr lang="en-GB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074688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96E585-D0F6-AFA7-2B6D-379CDB39F62A}"/>
              </a:ext>
            </a:extLst>
          </p:cNvPr>
          <p:cNvCxnSpPr/>
          <p:nvPr/>
        </p:nvCxnSpPr>
        <p:spPr>
          <a:xfrm flipV="1">
            <a:off x="2100943" y="500743"/>
            <a:ext cx="0" cy="2133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788372-E4A1-A568-C205-678E40421054}"/>
              </a:ext>
            </a:extLst>
          </p:cNvPr>
          <p:cNvCxnSpPr>
            <a:cxnSpLocks/>
          </p:cNvCxnSpPr>
          <p:nvPr/>
        </p:nvCxnSpPr>
        <p:spPr>
          <a:xfrm>
            <a:off x="2100943" y="2634343"/>
            <a:ext cx="29718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6FD1694-AF4B-FC23-DC18-3582D2AAE626}"/>
              </a:ext>
            </a:extLst>
          </p:cNvPr>
          <p:cNvSpPr/>
          <p:nvPr/>
        </p:nvSpPr>
        <p:spPr>
          <a:xfrm>
            <a:off x="2551610" y="14042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B54E99-1752-70BE-D1EC-60D30BE15F84}"/>
              </a:ext>
            </a:extLst>
          </p:cNvPr>
          <p:cNvCxnSpPr/>
          <p:nvPr/>
        </p:nvCxnSpPr>
        <p:spPr>
          <a:xfrm>
            <a:off x="1545772" y="1621972"/>
            <a:ext cx="32112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FE35EA-F40C-1CBF-60E6-2FECC212D59F}"/>
              </a:ext>
            </a:extLst>
          </p:cNvPr>
          <p:cNvCxnSpPr/>
          <p:nvPr/>
        </p:nvCxnSpPr>
        <p:spPr>
          <a:xfrm>
            <a:off x="1545772" y="1240972"/>
            <a:ext cx="32112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1086DF-A99D-D4BA-A97B-3F0E789A77DB}"/>
              </a:ext>
            </a:extLst>
          </p:cNvPr>
          <p:cNvCxnSpPr/>
          <p:nvPr/>
        </p:nvCxnSpPr>
        <p:spPr>
          <a:xfrm flipV="1">
            <a:off x="6825343" y="455024"/>
            <a:ext cx="0" cy="2133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4C1CCC-0BD9-7A02-92E8-58BF67292A98}"/>
              </a:ext>
            </a:extLst>
          </p:cNvPr>
          <p:cNvCxnSpPr>
            <a:cxnSpLocks/>
          </p:cNvCxnSpPr>
          <p:nvPr/>
        </p:nvCxnSpPr>
        <p:spPr>
          <a:xfrm>
            <a:off x="6825343" y="2588624"/>
            <a:ext cx="29718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3AF0CA6-89FB-952D-CF1F-AFD6957A5D73}"/>
              </a:ext>
            </a:extLst>
          </p:cNvPr>
          <p:cNvSpPr/>
          <p:nvPr/>
        </p:nvSpPr>
        <p:spPr>
          <a:xfrm>
            <a:off x="7276010" y="135853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8621B5-9323-491D-3A01-1EB78C7A6D00}"/>
              </a:ext>
            </a:extLst>
          </p:cNvPr>
          <p:cNvCxnSpPr/>
          <p:nvPr/>
        </p:nvCxnSpPr>
        <p:spPr>
          <a:xfrm>
            <a:off x="6270172" y="1576253"/>
            <a:ext cx="32112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64A790-9BB9-03F2-BE84-0E023A4BB39B}"/>
              </a:ext>
            </a:extLst>
          </p:cNvPr>
          <p:cNvCxnSpPr/>
          <p:nvPr/>
        </p:nvCxnSpPr>
        <p:spPr>
          <a:xfrm>
            <a:off x="6270172" y="1195253"/>
            <a:ext cx="32112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C855802-1FA8-61E5-C02F-8C83A13718AA}"/>
              </a:ext>
            </a:extLst>
          </p:cNvPr>
          <p:cNvSpPr/>
          <p:nvPr/>
        </p:nvSpPr>
        <p:spPr>
          <a:xfrm>
            <a:off x="8130541" y="13356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A460BD-3665-1F2E-31DA-4CF3043BB802}"/>
              </a:ext>
            </a:extLst>
          </p:cNvPr>
          <p:cNvCxnSpPr>
            <a:cxnSpLocks/>
          </p:cNvCxnSpPr>
          <p:nvPr/>
        </p:nvCxnSpPr>
        <p:spPr>
          <a:xfrm flipV="1">
            <a:off x="6607629" y="671648"/>
            <a:ext cx="1850572" cy="1832066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256894-897B-ED3F-DB39-414D903A8A42}"/>
              </a:ext>
            </a:extLst>
          </p:cNvPr>
          <p:cNvCxnSpPr>
            <a:cxnSpLocks/>
          </p:cNvCxnSpPr>
          <p:nvPr/>
        </p:nvCxnSpPr>
        <p:spPr>
          <a:xfrm flipH="1" flipV="1">
            <a:off x="7104014" y="671648"/>
            <a:ext cx="1691644" cy="1832066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D7F8446-CD3A-AD2F-6A4A-8749F5F67C1E}"/>
              </a:ext>
            </a:extLst>
          </p:cNvPr>
          <p:cNvCxnSpPr/>
          <p:nvPr/>
        </p:nvCxnSpPr>
        <p:spPr>
          <a:xfrm flipV="1">
            <a:off x="2146662" y="3320143"/>
            <a:ext cx="0" cy="2133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C59C41-7B22-F0CC-A618-8AF18AFC3E0C}"/>
              </a:ext>
            </a:extLst>
          </p:cNvPr>
          <p:cNvCxnSpPr>
            <a:cxnSpLocks/>
          </p:cNvCxnSpPr>
          <p:nvPr/>
        </p:nvCxnSpPr>
        <p:spPr>
          <a:xfrm>
            <a:off x="2146662" y="5453743"/>
            <a:ext cx="29718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6C360C5F-B0E4-0898-41E5-D52467FBD96A}"/>
              </a:ext>
            </a:extLst>
          </p:cNvPr>
          <p:cNvSpPr/>
          <p:nvPr/>
        </p:nvSpPr>
        <p:spPr>
          <a:xfrm>
            <a:off x="2452010" y="3924767"/>
            <a:ext cx="45719" cy="45719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93F9D94-EE90-04EB-0566-0C02115718EE}"/>
              </a:ext>
            </a:extLst>
          </p:cNvPr>
          <p:cNvCxnSpPr>
            <a:cxnSpLocks/>
          </p:cNvCxnSpPr>
          <p:nvPr/>
        </p:nvCxnSpPr>
        <p:spPr>
          <a:xfrm>
            <a:off x="1568631" y="5310778"/>
            <a:ext cx="3450409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9347212-1D03-EDE9-28D4-6509ACF555BF}"/>
              </a:ext>
            </a:extLst>
          </p:cNvPr>
          <p:cNvCxnSpPr>
            <a:cxnSpLocks/>
          </p:cNvCxnSpPr>
          <p:nvPr/>
        </p:nvCxnSpPr>
        <p:spPr>
          <a:xfrm>
            <a:off x="1568631" y="3690257"/>
            <a:ext cx="3450409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7A34F55D-F4F9-F33D-1344-29CAE4EB1071}"/>
              </a:ext>
            </a:extLst>
          </p:cNvPr>
          <p:cNvSpPr/>
          <p:nvPr/>
        </p:nvSpPr>
        <p:spPr>
          <a:xfrm>
            <a:off x="3101882" y="5040652"/>
            <a:ext cx="45719" cy="45719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C1D4211-44DD-EC0C-2AF9-7C5626FF306F}"/>
              </a:ext>
            </a:extLst>
          </p:cNvPr>
          <p:cNvSpPr/>
          <p:nvPr/>
        </p:nvSpPr>
        <p:spPr>
          <a:xfrm>
            <a:off x="4389122" y="4488349"/>
            <a:ext cx="45719" cy="45719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4F139DA-C07E-4F9E-8445-EA58C3C56D96}"/>
              </a:ext>
            </a:extLst>
          </p:cNvPr>
          <p:cNvCxnSpPr>
            <a:cxnSpLocks/>
          </p:cNvCxnSpPr>
          <p:nvPr/>
        </p:nvCxnSpPr>
        <p:spPr>
          <a:xfrm flipV="1">
            <a:off x="1589053" y="4562220"/>
            <a:ext cx="3353609" cy="631459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982FD2B-C98E-0CFF-BF0D-079BCB993486}"/>
              </a:ext>
            </a:extLst>
          </p:cNvPr>
          <p:cNvCxnSpPr>
            <a:cxnSpLocks/>
          </p:cNvCxnSpPr>
          <p:nvPr/>
        </p:nvCxnSpPr>
        <p:spPr>
          <a:xfrm>
            <a:off x="1552847" y="3919475"/>
            <a:ext cx="3399072" cy="42591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C004F0B-936D-231E-BAF3-AB98C90F1B6D}"/>
              </a:ext>
            </a:extLst>
          </p:cNvPr>
          <p:cNvCxnSpPr>
            <a:cxnSpLocks/>
          </p:cNvCxnSpPr>
          <p:nvPr/>
        </p:nvCxnSpPr>
        <p:spPr>
          <a:xfrm>
            <a:off x="3791229" y="3444604"/>
            <a:ext cx="771796" cy="193765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0B83CF-B47A-C71C-5AD3-3DDCC0D8FAFE}"/>
              </a:ext>
            </a:extLst>
          </p:cNvPr>
          <p:cNvCxnSpPr>
            <a:cxnSpLocks/>
          </p:cNvCxnSpPr>
          <p:nvPr/>
        </p:nvCxnSpPr>
        <p:spPr>
          <a:xfrm>
            <a:off x="1568631" y="3775167"/>
            <a:ext cx="3358247" cy="1141496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E9F279A-01B7-CE04-80E9-0C7F17DE0F95}"/>
              </a:ext>
            </a:extLst>
          </p:cNvPr>
          <p:cNvCxnSpPr>
            <a:cxnSpLocks/>
          </p:cNvCxnSpPr>
          <p:nvPr/>
        </p:nvCxnSpPr>
        <p:spPr>
          <a:xfrm flipV="1">
            <a:off x="1543590" y="4097157"/>
            <a:ext cx="3374031" cy="62995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51BE9AB-FB7C-6F2D-3949-E44076A4932A}"/>
              </a:ext>
            </a:extLst>
          </p:cNvPr>
          <p:cNvCxnSpPr>
            <a:cxnSpLocks/>
          </p:cNvCxnSpPr>
          <p:nvPr/>
        </p:nvCxnSpPr>
        <p:spPr>
          <a:xfrm flipV="1">
            <a:off x="3293835" y="3444604"/>
            <a:ext cx="1241840" cy="186617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069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B562E-0AD6-86A0-9325-FCB6EAF46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EC2F423-9D86-F2E9-0607-F020D663AE82}"/>
              </a:ext>
            </a:extLst>
          </p:cNvPr>
          <p:cNvCxnSpPr/>
          <p:nvPr/>
        </p:nvCxnSpPr>
        <p:spPr>
          <a:xfrm flipV="1">
            <a:off x="2100943" y="500743"/>
            <a:ext cx="0" cy="2133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93FE47-4A59-BF05-AA86-034ED497989A}"/>
              </a:ext>
            </a:extLst>
          </p:cNvPr>
          <p:cNvCxnSpPr>
            <a:cxnSpLocks/>
          </p:cNvCxnSpPr>
          <p:nvPr/>
        </p:nvCxnSpPr>
        <p:spPr>
          <a:xfrm>
            <a:off x="2100943" y="2634343"/>
            <a:ext cx="29718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041A7F9-123B-B335-D471-5F4B54A3C595}"/>
              </a:ext>
            </a:extLst>
          </p:cNvPr>
          <p:cNvSpPr/>
          <p:nvPr/>
        </p:nvSpPr>
        <p:spPr>
          <a:xfrm>
            <a:off x="2551610" y="14042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91EB8C1-864B-5F2E-C7BA-76DD71ED6480}"/>
              </a:ext>
            </a:extLst>
          </p:cNvPr>
          <p:cNvSpPr/>
          <p:nvPr/>
        </p:nvSpPr>
        <p:spPr>
          <a:xfrm>
            <a:off x="3518265" y="14042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52421D5-1DBA-F7EF-C817-DA254AA4112F}"/>
              </a:ext>
            </a:extLst>
          </p:cNvPr>
          <p:cNvSpPr/>
          <p:nvPr/>
        </p:nvSpPr>
        <p:spPr>
          <a:xfrm>
            <a:off x="4484920" y="14042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7063C-F023-65AF-9670-3F970B32C102}"/>
              </a:ext>
            </a:extLst>
          </p:cNvPr>
          <p:cNvSpPr txBox="1"/>
          <p:nvPr/>
        </p:nvSpPr>
        <p:spPr>
          <a:xfrm>
            <a:off x="2405743" y="1034925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9728DC-B9F0-85F8-FD5E-E0F508F5D94B}"/>
              </a:ext>
            </a:extLst>
          </p:cNvPr>
          <p:cNvSpPr txBox="1"/>
          <p:nvPr/>
        </p:nvSpPr>
        <p:spPr>
          <a:xfrm>
            <a:off x="3395251" y="1057784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0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D48DF-7262-E90A-68FE-E3493DCE07D1}"/>
              </a:ext>
            </a:extLst>
          </p:cNvPr>
          <p:cNvSpPr txBox="1"/>
          <p:nvPr/>
        </p:nvSpPr>
        <p:spPr>
          <a:xfrm>
            <a:off x="4384759" y="1080643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1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D744C5-AA3E-C934-53A8-26F2A89B7B4D}"/>
              </a:ext>
            </a:extLst>
          </p:cNvPr>
          <p:cNvCxnSpPr/>
          <p:nvPr/>
        </p:nvCxnSpPr>
        <p:spPr>
          <a:xfrm flipV="1">
            <a:off x="2196737" y="3330248"/>
            <a:ext cx="0" cy="2133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2D2B9A-A46B-2D6A-5CBB-56235B5B95E3}"/>
              </a:ext>
            </a:extLst>
          </p:cNvPr>
          <p:cNvCxnSpPr>
            <a:cxnSpLocks/>
          </p:cNvCxnSpPr>
          <p:nvPr/>
        </p:nvCxnSpPr>
        <p:spPr>
          <a:xfrm>
            <a:off x="2196737" y="5463848"/>
            <a:ext cx="29718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62912A0-2850-9287-ED09-E4D1BB8C1097}"/>
              </a:ext>
            </a:extLst>
          </p:cNvPr>
          <p:cNvSpPr/>
          <p:nvPr/>
        </p:nvSpPr>
        <p:spPr>
          <a:xfrm>
            <a:off x="2405743" y="394622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B7028E-F81B-3A9A-2E43-1B6EF687BE3A}"/>
              </a:ext>
            </a:extLst>
          </p:cNvPr>
          <p:cNvSpPr/>
          <p:nvPr/>
        </p:nvSpPr>
        <p:spPr>
          <a:xfrm>
            <a:off x="2699657" y="507017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60C091-DE29-617B-748C-BC2BAC7C0A21}"/>
              </a:ext>
            </a:extLst>
          </p:cNvPr>
          <p:cNvSpPr/>
          <p:nvPr/>
        </p:nvSpPr>
        <p:spPr>
          <a:xfrm>
            <a:off x="3935173" y="36325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0A67171-F845-DC2D-205B-DCC7EB0BD5E5}"/>
              </a:ext>
            </a:extLst>
          </p:cNvPr>
          <p:cNvSpPr/>
          <p:nvPr/>
        </p:nvSpPr>
        <p:spPr>
          <a:xfrm>
            <a:off x="4421788" y="470503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A823FD-9FA6-6364-E991-F28BBAC3E468}"/>
              </a:ext>
            </a:extLst>
          </p:cNvPr>
          <p:cNvSpPr/>
          <p:nvPr/>
        </p:nvSpPr>
        <p:spPr>
          <a:xfrm>
            <a:off x="2597329" y="3429000"/>
            <a:ext cx="1526177" cy="193330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FA3E40-8463-EF9E-64F9-971B6EA562C6}"/>
              </a:ext>
            </a:extLst>
          </p:cNvPr>
          <p:cNvSpPr/>
          <p:nvPr/>
        </p:nvSpPr>
        <p:spPr>
          <a:xfrm>
            <a:off x="2294709" y="3801292"/>
            <a:ext cx="2331720" cy="11317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803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124CE-83FA-3A4E-43CC-51941142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57B399-1BDF-BC3C-8702-E210B49228F2}"/>
              </a:ext>
            </a:extLst>
          </p:cNvPr>
          <p:cNvCxnSpPr/>
          <p:nvPr/>
        </p:nvCxnSpPr>
        <p:spPr>
          <a:xfrm flipV="1">
            <a:off x="2100943" y="500743"/>
            <a:ext cx="0" cy="2133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1EA056-C3D5-DD7B-349F-EC2A88AD0308}"/>
              </a:ext>
            </a:extLst>
          </p:cNvPr>
          <p:cNvCxnSpPr>
            <a:cxnSpLocks/>
          </p:cNvCxnSpPr>
          <p:nvPr/>
        </p:nvCxnSpPr>
        <p:spPr>
          <a:xfrm>
            <a:off x="2100943" y="2634343"/>
            <a:ext cx="29718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F98465-231D-7B9E-6F08-4EAF9DB46A8D}"/>
              </a:ext>
            </a:extLst>
          </p:cNvPr>
          <p:cNvCxnSpPr/>
          <p:nvPr/>
        </p:nvCxnSpPr>
        <p:spPr>
          <a:xfrm flipH="1">
            <a:off x="598714" y="130629"/>
            <a:ext cx="3777343" cy="121920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E06792-1793-D03F-B800-CF806C59E29B}"/>
              </a:ext>
            </a:extLst>
          </p:cNvPr>
          <p:cNvCxnSpPr/>
          <p:nvPr/>
        </p:nvCxnSpPr>
        <p:spPr>
          <a:xfrm flipH="1">
            <a:off x="751114" y="870859"/>
            <a:ext cx="3777343" cy="121920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9D5E73-1FA7-C937-EC2F-02DEDD8A82C6}"/>
              </a:ext>
            </a:extLst>
          </p:cNvPr>
          <p:cNvCxnSpPr/>
          <p:nvPr/>
        </p:nvCxnSpPr>
        <p:spPr>
          <a:xfrm flipH="1">
            <a:off x="903514" y="1611089"/>
            <a:ext cx="3777343" cy="121920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1512122-F786-16B1-C7BC-86F66B1AAB52}"/>
              </a:ext>
            </a:extLst>
          </p:cNvPr>
          <p:cNvSpPr/>
          <p:nvPr/>
        </p:nvSpPr>
        <p:spPr>
          <a:xfrm>
            <a:off x="3222178" y="2242469"/>
            <a:ext cx="261253" cy="21770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2624AE-4601-F9FF-6BD4-6022A4885553}"/>
              </a:ext>
            </a:extLst>
          </p:cNvPr>
          <p:cNvSpPr txBox="1"/>
          <p:nvPr/>
        </p:nvSpPr>
        <p:spPr>
          <a:xfrm>
            <a:off x="3189521" y="2166654"/>
            <a:ext cx="293910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+</a:t>
            </a:r>
            <a:endParaRPr lang="en-GB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E24F959-3375-6A4D-9F5F-565EF652A9C3}"/>
              </a:ext>
            </a:extLst>
          </p:cNvPr>
          <p:cNvCxnSpPr>
            <a:cxnSpLocks/>
          </p:cNvCxnSpPr>
          <p:nvPr/>
        </p:nvCxnSpPr>
        <p:spPr>
          <a:xfrm>
            <a:off x="3347354" y="460950"/>
            <a:ext cx="0" cy="1759741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36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BEF1C2-C173-2332-AF9F-564B6B9BC786}"/>
              </a:ext>
            </a:extLst>
          </p:cNvPr>
          <p:cNvCxnSpPr>
            <a:cxnSpLocks/>
          </p:cNvCxnSpPr>
          <p:nvPr/>
        </p:nvCxnSpPr>
        <p:spPr>
          <a:xfrm flipV="1">
            <a:off x="2100943" y="500743"/>
            <a:ext cx="0" cy="2133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A6685B-49EC-6A97-D139-5ADD339B3D6E}"/>
              </a:ext>
            </a:extLst>
          </p:cNvPr>
          <p:cNvCxnSpPr>
            <a:cxnSpLocks/>
          </p:cNvCxnSpPr>
          <p:nvPr/>
        </p:nvCxnSpPr>
        <p:spPr>
          <a:xfrm>
            <a:off x="2100943" y="2634343"/>
            <a:ext cx="29718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D75FD242-60A3-ABD7-C781-57F7FD4DEAA0}"/>
              </a:ext>
            </a:extLst>
          </p:cNvPr>
          <p:cNvSpPr/>
          <p:nvPr/>
        </p:nvSpPr>
        <p:spPr>
          <a:xfrm>
            <a:off x="2432956" y="816428"/>
            <a:ext cx="2103473" cy="1764207"/>
          </a:xfrm>
          <a:custGeom>
            <a:avLst/>
            <a:gdLst>
              <a:gd name="csX0" fmla="*/ 0 w 1687286"/>
              <a:gd name="csY0" fmla="*/ 0 h 1524042"/>
              <a:gd name="csX1" fmla="*/ 783772 w 1687286"/>
              <a:gd name="csY1" fmla="*/ 1524000 h 1524042"/>
              <a:gd name="csX2" fmla="*/ 1687286 w 1687286"/>
              <a:gd name="csY2" fmla="*/ 54428 h 1524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87286" h="1524042">
                <a:moveTo>
                  <a:pt x="0" y="0"/>
                </a:moveTo>
                <a:cubicBezTo>
                  <a:pt x="251279" y="757464"/>
                  <a:pt x="502558" y="1514929"/>
                  <a:pt x="783772" y="1524000"/>
                </a:cubicBezTo>
                <a:cubicBezTo>
                  <a:pt x="1064986" y="1533071"/>
                  <a:pt x="1370693" y="81642"/>
                  <a:pt x="1687286" y="5442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0E1494-AA88-80F6-C717-A84171B33D7B}"/>
              </a:ext>
            </a:extLst>
          </p:cNvPr>
          <p:cNvSpPr/>
          <p:nvPr/>
        </p:nvSpPr>
        <p:spPr>
          <a:xfrm>
            <a:off x="3803469" y="1970099"/>
            <a:ext cx="62412" cy="66063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C929AF-C75B-2C61-7CD4-4B9222C64880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2776651" y="1718695"/>
            <a:ext cx="1026818" cy="28443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A51444-C65D-36EB-A13B-2BF7C1978D28}"/>
              </a:ext>
            </a:extLst>
          </p:cNvPr>
          <p:cNvCxnSpPr>
            <a:cxnSpLocks/>
          </p:cNvCxnSpPr>
          <p:nvPr/>
        </p:nvCxnSpPr>
        <p:spPr>
          <a:xfrm flipV="1">
            <a:off x="2776651" y="1440865"/>
            <a:ext cx="1312749" cy="2758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DF9C30-9FA7-3C24-B69C-12C0829A6CF6}"/>
              </a:ext>
            </a:extLst>
          </p:cNvPr>
          <p:cNvCxnSpPr>
            <a:cxnSpLocks/>
          </p:cNvCxnSpPr>
          <p:nvPr/>
        </p:nvCxnSpPr>
        <p:spPr>
          <a:xfrm flipH="1" flipV="1">
            <a:off x="2540000" y="1108159"/>
            <a:ext cx="1508760" cy="3307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632C4C-55A9-EB56-55AC-AF11608DE7FE}"/>
              </a:ext>
            </a:extLst>
          </p:cNvPr>
          <p:cNvCxnSpPr>
            <a:cxnSpLocks/>
          </p:cNvCxnSpPr>
          <p:nvPr/>
        </p:nvCxnSpPr>
        <p:spPr>
          <a:xfrm flipV="1">
            <a:off x="2540000" y="576972"/>
            <a:ext cx="690880" cy="5292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988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8043F-3613-D5C5-9457-1111BB69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052DFC8D-32F6-A5C1-A454-C8B6860161DF}"/>
              </a:ext>
            </a:extLst>
          </p:cNvPr>
          <p:cNvSpPr/>
          <p:nvPr/>
        </p:nvSpPr>
        <p:spPr>
          <a:xfrm>
            <a:off x="1132114" y="1121228"/>
            <a:ext cx="979714" cy="9579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54E2B7-F23E-C180-30D3-70869CB77FFB}"/>
                  </a:ext>
                </a:extLst>
              </p:cNvPr>
              <p:cNvSpPr txBox="1"/>
              <p:nvPr/>
            </p:nvSpPr>
            <p:spPr>
              <a:xfrm>
                <a:off x="1230085" y="1121228"/>
                <a:ext cx="78377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54E2B7-F23E-C180-30D3-70869CB77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085" y="1121228"/>
                <a:ext cx="783771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EC822FD2-F493-8A34-F8AF-F0FF9D7F09F4}"/>
              </a:ext>
            </a:extLst>
          </p:cNvPr>
          <p:cNvSpPr/>
          <p:nvPr/>
        </p:nvSpPr>
        <p:spPr>
          <a:xfrm>
            <a:off x="1132114" y="2841171"/>
            <a:ext cx="979714" cy="9579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2C131C-22DA-F665-9F95-91F76FAD1C45}"/>
                  </a:ext>
                </a:extLst>
              </p:cNvPr>
              <p:cNvSpPr txBox="1"/>
              <p:nvPr/>
            </p:nvSpPr>
            <p:spPr>
              <a:xfrm>
                <a:off x="1230085" y="2841171"/>
                <a:ext cx="78377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2C131C-22DA-F665-9F95-91F76FAD1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085" y="2841171"/>
                <a:ext cx="783771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E3426335-B74B-87DD-88FC-0A1FBEA774FD}"/>
              </a:ext>
            </a:extLst>
          </p:cNvPr>
          <p:cNvSpPr/>
          <p:nvPr/>
        </p:nvSpPr>
        <p:spPr>
          <a:xfrm>
            <a:off x="3385456" y="1981200"/>
            <a:ext cx="979714" cy="9579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FA29AF-A157-1973-A6F5-AE7EA3CEB96A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 flipH="1">
            <a:off x="1230085" y="3799115"/>
            <a:ext cx="391886" cy="3426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05881D-DE3B-51AD-746A-6E578C0F95C0}"/>
                  </a:ext>
                </a:extLst>
              </p:cNvPr>
              <p:cNvSpPr txBox="1"/>
              <p:nvPr/>
            </p:nvSpPr>
            <p:spPr>
              <a:xfrm>
                <a:off x="642256" y="4141778"/>
                <a:ext cx="1175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05881D-DE3B-51AD-746A-6E578C0F9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56" y="4141778"/>
                <a:ext cx="117565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DF991D4-6276-89D7-3945-8E81BF187875}"/>
              </a:ext>
            </a:extLst>
          </p:cNvPr>
          <p:cNvSpPr txBox="1"/>
          <p:nvPr/>
        </p:nvSpPr>
        <p:spPr>
          <a:xfrm>
            <a:off x="2040089" y="3252166"/>
            <a:ext cx="78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ReLU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64482E-326B-B813-5F63-D484C440D891}"/>
              </a:ext>
            </a:extLst>
          </p:cNvPr>
          <p:cNvCxnSpPr>
            <a:stCxn id="5" idx="6"/>
            <a:endCxn id="9" idx="3"/>
          </p:cNvCxnSpPr>
          <p:nvPr/>
        </p:nvCxnSpPr>
        <p:spPr>
          <a:xfrm flipV="1">
            <a:off x="2111828" y="2798856"/>
            <a:ext cx="1417104" cy="521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E12DF7E-B187-FBE5-30E0-DB655534FBEE}"/>
              </a:ext>
            </a:extLst>
          </p:cNvPr>
          <p:cNvSpPr txBox="1"/>
          <p:nvPr/>
        </p:nvSpPr>
        <p:spPr>
          <a:xfrm>
            <a:off x="1964870" y="1741276"/>
            <a:ext cx="78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ReLU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E5EB95-354B-58C8-AD5E-33328AF78807}"/>
              </a:ext>
            </a:extLst>
          </p:cNvPr>
          <p:cNvCxnSpPr>
            <a:cxnSpLocks/>
            <a:stCxn id="3" idx="6"/>
            <a:endCxn id="9" idx="1"/>
          </p:cNvCxnSpPr>
          <p:nvPr/>
        </p:nvCxnSpPr>
        <p:spPr>
          <a:xfrm>
            <a:off x="2111828" y="1600200"/>
            <a:ext cx="1417104" cy="521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C9239DF-B83D-5DCF-6DBF-7DF6C2C374DB}"/>
              </a:ext>
            </a:extLst>
          </p:cNvPr>
          <p:cNvSpPr txBox="1"/>
          <p:nvPr/>
        </p:nvSpPr>
        <p:spPr>
          <a:xfrm>
            <a:off x="2675163" y="1399179"/>
            <a:ext cx="783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FA9253-7898-4CF8-D144-7215B044B1BD}"/>
              </a:ext>
            </a:extLst>
          </p:cNvPr>
          <p:cNvSpPr txBox="1"/>
          <p:nvPr/>
        </p:nvSpPr>
        <p:spPr>
          <a:xfrm>
            <a:off x="2675163" y="2618243"/>
            <a:ext cx="783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-4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84FCE03-AD2C-8375-FF2B-1E57983A0D91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4365170" y="2460172"/>
            <a:ext cx="7231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6DB8C2B-09E7-BEEA-4C23-78A752B67DBB}"/>
              </a:ext>
            </a:extLst>
          </p:cNvPr>
          <p:cNvSpPr txBox="1"/>
          <p:nvPr/>
        </p:nvSpPr>
        <p:spPr>
          <a:xfrm>
            <a:off x="4334855" y="2121488"/>
            <a:ext cx="78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ReLU</a:t>
            </a:r>
          </a:p>
        </p:txBody>
      </p:sp>
    </p:spTree>
    <p:extLst>
      <p:ext uri="{BB962C8B-B14F-4D97-AF65-F5344CB8AC3E}">
        <p14:creationId xmlns:p14="http://schemas.microsoft.com/office/powerpoint/2010/main" val="424928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3DB27-0447-B8FA-EAB9-DFA932A4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E71488-14B8-D904-19DC-6F026631F389}"/>
              </a:ext>
            </a:extLst>
          </p:cNvPr>
          <p:cNvCxnSpPr>
            <a:cxnSpLocks/>
          </p:cNvCxnSpPr>
          <p:nvPr/>
        </p:nvCxnSpPr>
        <p:spPr>
          <a:xfrm flipV="1">
            <a:off x="5584371" y="1338943"/>
            <a:ext cx="0" cy="39896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AFC56A-656C-9E0A-2B9E-8DC58DE7EF4C}"/>
              </a:ext>
            </a:extLst>
          </p:cNvPr>
          <p:cNvCxnSpPr>
            <a:cxnSpLocks/>
          </p:cNvCxnSpPr>
          <p:nvPr/>
        </p:nvCxnSpPr>
        <p:spPr>
          <a:xfrm>
            <a:off x="2672443" y="3211286"/>
            <a:ext cx="599258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9C785A-146B-F2D8-6944-6F24D307FC5C}"/>
                  </a:ext>
                </a:extLst>
              </p:cNvPr>
              <p:cNvSpPr txBox="1"/>
              <p:nvPr/>
            </p:nvSpPr>
            <p:spPr>
              <a:xfrm>
                <a:off x="5353049" y="985157"/>
                <a:ext cx="4626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9C785A-146B-F2D8-6944-6F24D307F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049" y="985157"/>
                <a:ext cx="4626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A1E7B8-67ED-8B83-40F3-834ABC717B57}"/>
                  </a:ext>
                </a:extLst>
              </p:cNvPr>
              <p:cNvSpPr txBox="1"/>
              <p:nvPr/>
            </p:nvSpPr>
            <p:spPr>
              <a:xfrm>
                <a:off x="8618763" y="3026620"/>
                <a:ext cx="4626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A1E7B8-67ED-8B83-40F3-834ABC717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763" y="3026620"/>
                <a:ext cx="4626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57829EF2-56C5-F429-C668-4C10760A55FC}"/>
              </a:ext>
            </a:extLst>
          </p:cNvPr>
          <p:cNvSpPr/>
          <p:nvPr/>
        </p:nvSpPr>
        <p:spPr>
          <a:xfrm>
            <a:off x="3663039" y="2275114"/>
            <a:ext cx="3886204" cy="20247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66057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EA93E-1CF0-1CC2-46B3-475458A8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87BA433-9C5A-E3D8-60A5-00F550D222CE}"/>
              </a:ext>
            </a:extLst>
          </p:cNvPr>
          <p:cNvCxnSpPr>
            <a:cxnSpLocks/>
          </p:cNvCxnSpPr>
          <p:nvPr/>
        </p:nvCxnSpPr>
        <p:spPr>
          <a:xfrm flipV="1">
            <a:off x="5584371" y="1338943"/>
            <a:ext cx="0" cy="39896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2C6C08-5D7E-33DD-5282-6C4AC3E917B1}"/>
              </a:ext>
            </a:extLst>
          </p:cNvPr>
          <p:cNvCxnSpPr>
            <a:cxnSpLocks/>
          </p:cNvCxnSpPr>
          <p:nvPr/>
        </p:nvCxnSpPr>
        <p:spPr>
          <a:xfrm>
            <a:off x="2672443" y="3211286"/>
            <a:ext cx="599258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37359D-347B-1478-6EFB-907F50C8A7C0}"/>
                  </a:ext>
                </a:extLst>
              </p:cNvPr>
              <p:cNvSpPr txBox="1"/>
              <p:nvPr/>
            </p:nvSpPr>
            <p:spPr>
              <a:xfrm>
                <a:off x="5353049" y="985157"/>
                <a:ext cx="4626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37359D-347B-1478-6EFB-907F50C8A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049" y="985157"/>
                <a:ext cx="4626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5861CE4-656A-F889-242B-94372F282DA3}"/>
                  </a:ext>
                </a:extLst>
              </p:cNvPr>
              <p:cNvSpPr txBox="1"/>
              <p:nvPr/>
            </p:nvSpPr>
            <p:spPr>
              <a:xfrm>
                <a:off x="8618763" y="3026620"/>
                <a:ext cx="4626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5861CE4-656A-F889-242B-94372F282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763" y="3026620"/>
                <a:ext cx="4626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72719EDD-BED4-0D18-1FE2-35A668E60A33}"/>
              </a:ext>
            </a:extLst>
          </p:cNvPr>
          <p:cNvSpPr/>
          <p:nvPr/>
        </p:nvSpPr>
        <p:spPr>
          <a:xfrm>
            <a:off x="3663039" y="2275114"/>
            <a:ext cx="3886204" cy="20247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9B4455-5B3D-08A8-A3BC-D83070B5B0CD}"/>
              </a:ext>
            </a:extLst>
          </p:cNvPr>
          <p:cNvSpPr/>
          <p:nvPr/>
        </p:nvSpPr>
        <p:spPr>
          <a:xfrm>
            <a:off x="4593006" y="3812713"/>
            <a:ext cx="106128" cy="1143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CF10AD-C3DF-C46A-A01C-652967C2376C}"/>
              </a:ext>
            </a:extLst>
          </p:cNvPr>
          <p:cNvCxnSpPr>
            <a:cxnSpLocks/>
          </p:cNvCxnSpPr>
          <p:nvPr/>
        </p:nvCxnSpPr>
        <p:spPr>
          <a:xfrm flipV="1">
            <a:off x="4699134" y="3630339"/>
            <a:ext cx="276611" cy="20414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624488-374A-6FFA-3B14-E7B87D4E552A}"/>
              </a:ext>
            </a:extLst>
          </p:cNvPr>
          <p:cNvCxnSpPr>
            <a:cxnSpLocks/>
          </p:cNvCxnSpPr>
          <p:nvPr/>
        </p:nvCxnSpPr>
        <p:spPr>
          <a:xfrm flipV="1">
            <a:off x="5400086" y="3211286"/>
            <a:ext cx="184284" cy="1224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E9BDF8-C77B-8C74-6AB2-7E99EB69B7A0}"/>
              </a:ext>
            </a:extLst>
          </p:cNvPr>
          <p:cNvCxnSpPr>
            <a:cxnSpLocks/>
          </p:cNvCxnSpPr>
          <p:nvPr/>
        </p:nvCxnSpPr>
        <p:spPr>
          <a:xfrm flipV="1">
            <a:off x="5219700" y="3333701"/>
            <a:ext cx="180386" cy="1333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168DA0-140A-8ECC-3EB8-B046513A869D}"/>
              </a:ext>
            </a:extLst>
          </p:cNvPr>
          <p:cNvCxnSpPr>
            <a:cxnSpLocks/>
          </p:cNvCxnSpPr>
          <p:nvPr/>
        </p:nvCxnSpPr>
        <p:spPr>
          <a:xfrm flipV="1">
            <a:off x="4975745" y="3456116"/>
            <a:ext cx="243955" cy="1742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498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7C220-68C2-2BBC-4AD4-B02EE5F8E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9BE8323-F959-7A50-18E1-9886D6CC0AFB}"/>
              </a:ext>
            </a:extLst>
          </p:cNvPr>
          <p:cNvCxnSpPr>
            <a:cxnSpLocks/>
          </p:cNvCxnSpPr>
          <p:nvPr/>
        </p:nvCxnSpPr>
        <p:spPr>
          <a:xfrm flipV="1">
            <a:off x="5584371" y="1338943"/>
            <a:ext cx="0" cy="39896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7129F6-6DDF-D77D-DF5B-18C8865DDFCB}"/>
              </a:ext>
            </a:extLst>
          </p:cNvPr>
          <p:cNvCxnSpPr>
            <a:cxnSpLocks/>
          </p:cNvCxnSpPr>
          <p:nvPr/>
        </p:nvCxnSpPr>
        <p:spPr>
          <a:xfrm>
            <a:off x="2672443" y="3211286"/>
            <a:ext cx="599258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BAA0D9-F5AE-1805-0FAF-1025987A1935}"/>
                  </a:ext>
                </a:extLst>
              </p:cNvPr>
              <p:cNvSpPr txBox="1"/>
              <p:nvPr/>
            </p:nvSpPr>
            <p:spPr>
              <a:xfrm>
                <a:off x="5353049" y="985157"/>
                <a:ext cx="4626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BAA0D9-F5AE-1805-0FAF-1025987A1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049" y="985157"/>
                <a:ext cx="4626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CF0666-7B6F-8C08-85A5-8C33F102D981}"/>
                  </a:ext>
                </a:extLst>
              </p:cNvPr>
              <p:cNvSpPr txBox="1"/>
              <p:nvPr/>
            </p:nvSpPr>
            <p:spPr>
              <a:xfrm>
                <a:off x="8618763" y="3026620"/>
                <a:ext cx="4626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CF0666-7B6F-8C08-85A5-8C33F102D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763" y="3026620"/>
                <a:ext cx="4626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41657A5F-D447-CA1A-536E-2C1AF7AD687E}"/>
              </a:ext>
            </a:extLst>
          </p:cNvPr>
          <p:cNvSpPr/>
          <p:nvPr/>
        </p:nvSpPr>
        <p:spPr>
          <a:xfrm>
            <a:off x="3663039" y="2275114"/>
            <a:ext cx="3886204" cy="20247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F43EB0-2609-A2D1-8663-1BEE7F96F179}"/>
              </a:ext>
            </a:extLst>
          </p:cNvPr>
          <p:cNvSpPr/>
          <p:nvPr/>
        </p:nvSpPr>
        <p:spPr>
          <a:xfrm>
            <a:off x="4593006" y="3812713"/>
            <a:ext cx="106128" cy="1143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DBA004-E2CA-7AAC-5466-3DC79AFC8E4C}"/>
              </a:ext>
            </a:extLst>
          </p:cNvPr>
          <p:cNvCxnSpPr>
            <a:cxnSpLocks/>
          </p:cNvCxnSpPr>
          <p:nvPr/>
        </p:nvCxnSpPr>
        <p:spPr>
          <a:xfrm flipV="1">
            <a:off x="4699134" y="3488871"/>
            <a:ext cx="64927" cy="34561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FF24D84-A20F-D55A-8D1D-E4545B1E1C9F}"/>
              </a:ext>
            </a:extLst>
          </p:cNvPr>
          <p:cNvCxnSpPr>
            <a:cxnSpLocks/>
          </p:cNvCxnSpPr>
          <p:nvPr/>
        </p:nvCxnSpPr>
        <p:spPr>
          <a:xfrm>
            <a:off x="4764061" y="3516479"/>
            <a:ext cx="218295" cy="4105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29F9CE-055C-B789-C3A3-AD33F45EB17C}"/>
              </a:ext>
            </a:extLst>
          </p:cNvPr>
          <p:cNvCxnSpPr>
            <a:cxnSpLocks/>
          </p:cNvCxnSpPr>
          <p:nvPr/>
        </p:nvCxnSpPr>
        <p:spPr>
          <a:xfrm flipH="1" flipV="1">
            <a:off x="4833257" y="3322674"/>
            <a:ext cx="149099" cy="60433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60A506-409E-D9D2-F4F1-734AAF93654C}"/>
              </a:ext>
            </a:extLst>
          </p:cNvPr>
          <p:cNvCxnSpPr>
            <a:cxnSpLocks/>
          </p:cNvCxnSpPr>
          <p:nvPr/>
        </p:nvCxnSpPr>
        <p:spPr>
          <a:xfrm>
            <a:off x="4828988" y="3333750"/>
            <a:ext cx="341726" cy="38799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40929F1-34AB-7FAC-2531-5196C50D2E9F}"/>
              </a:ext>
            </a:extLst>
          </p:cNvPr>
          <p:cNvCxnSpPr>
            <a:cxnSpLocks/>
          </p:cNvCxnSpPr>
          <p:nvPr/>
        </p:nvCxnSpPr>
        <p:spPr>
          <a:xfrm flipH="1" flipV="1">
            <a:off x="5105400" y="3331757"/>
            <a:ext cx="65314" cy="3899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C5EC2FB-1B0F-C4F5-7A59-0A2282907EEF}"/>
              </a:ext>
            </a:extLst>
          </p:cNvPr>
          <p:cNvCxnSpPr>
            <a:cxnSpLocks/>
          </p:cNvCxnSpPr>
          <p:nvPr/>
        </p:nvCxnSpPr>
        <p:spPr>
          <a:xfrm>
            <a:off x="5138057" y="3395952"/>
            <a:ext cx="263979" cy="4167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70E651B-5A5F-0A77-9890-BD0C5A07005B}"/>
              </a:ext>
            </a:extLst>
          </p:cNvPr>
          <p:cNvCxnSpPr>
            <a:cxnSpLocks/>
          </p:cNvCxnSpPr>
          <p:nvPr/>
        </p:nvCxnSpPr>
        <p:spPr>
          <a:xfrm flipH="1" flipV="1">
            <a:off x="5270046" y="3254053"/>
            <a:ext cx="125967" cy="51784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074C27-772E-C977-9D48-8FCB09D5AD75}"/>
              </a:ext>
            </a:extLst>
          </p:cNvPr>
          <p:cNvCxnSpPr>
            <a:cxnSpLocks/>
          </p:cNvCxnSpPr>
          <p:nvPr/>
        </p:nvCxnSpPr>
        <p:spPr>
          <a:xfrm>
            <a:off x="5270872" y="3254053"/>
            <a:ext cx="224473" cy="2348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FCB2B7D-5553-21B0-7A45-9C58EB1CB736}"/>
              </a:ext>
            </a:extLst>
          </p:cNvPr>
          <p:cNvCxnSpPr>
            <a:cxnSpLocks/>
          </p:cNvCxnSpPr>
          <p:nvPr/>
        </p:nvCxnSpPr>
        <p:spPr>
          <a:xfrm flipV="1">
            <a:off x="5479112" y="3211286"/>
            <a:ext cx="105258" cy="2665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604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97</Words>
  <Application>Microsoft Office PowerPoint</Application>
  <PresentationFormat>Widescreen</PresentationFormat>
  <Paragraphs>42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 Forshmit</dc:creator>
  <cp:lastModifiedBy>Or Forshmit</cp:lastModifiedBy>
  <cp:revision>1</cp:revision>
  <dcterms:created xsi:type="dcterms:W3CDTF">2026-01-28T11:35:03Z</dcterms:created>
  <dcterms:modified xsi:type="dcterms:W3CDTF">2026-02-04T19:05:10Z</dcterms:modified>
</cp:coreProperties>
</file>