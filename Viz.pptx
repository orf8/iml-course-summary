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55FABE-5E4A-49A4-80C7-7195C027F1C1}" v="49" dt="2026-01-30T16:06:43.6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 Forshmit" userId="7c842d5c4cf4431e" providerId="LiveId" clId="{3E18CC7B-CFC1-4E27-A1BD-24931C36162E}"/>
    <pc:docChg chg="undo custSel addSld modSld">
      <pc:chgData name="Or Forshmit" userId="7c842d5c4cf4431e" providerId="LiveId" clId="{3E18CC7B-CFC1-4E27-A1BD-24931C36162E}" dt="2026-01-30T16:09:18.989" v="554" actId="1038"/>
      <pc:docMkLst>
        <pc:docMk/>
      </pc:docMkLst>
      <pc:sldChg chg="addSp delSp modSp new mod modNotesTx">
        <pc:chgData name="Or Forshmit" userId="7c842d5c4cf4431e" providerId="LiveId" clId="{3E18CC7B-CFC1-4E27-A1BD-24931C36162E}" dt="2026-01-28T11:36:40.776" v="104" actId="1035"/>
        <pc:sldMkLst>
          <pc:docMk/>
          <pc:sldMk cId="1074688304" sldId="256"/>
        </pc:sldMkLst>
        <pc:spChg chg="add mod">
          <ac:chgData name="Or Forshmit" userId="7c842d5c4cf4431e" providerId="LiveId" clId="{3E18CC7B-CFC1-4E27-A1BD-24931C36162E}" dt="2026-01-28T11:35:57.735" v="70" actId="20577"/>
          <ac:spMkLst>
            <pc:docMk/>
            <pc:sldMk cId="1074688304" sldId="256"/>
            <ac:spMk id="4" creationId="{088B95C8-58DB-7F56-4147-33A2B094EC2B}"/>
          </ac:spMkLst>
        </pc:spChg>
        <pc:spChg chg="add mod">
          <ac:chgData name="Or Forshmit" userId="7c842d5c4cf4431e" providerId="LiveId" clId="{3E18CC7B-CFC1-4E27-A1BD-24931C36162E}" dt="2026-01-28T11:35:52.402" v="68"/>
          <ac:spMkLst>
            <pc:docMk/>
            <pc:sldMk cId="1074688304" sldId="256"/>
            <ac:spMk id="5" creationId="{E34DE8B9-B8A7-EC07-3524-6BA606BCED16}"/>
          </ac:spMkLst>
        </pc:spChg>
        <pc:spChg chg="add mod">
          <ac:chgData name="Or Forshmit" userId="7c842d5c4cf4431e" providerId="LiveId" clId="{3E18CC7B-CFC1-4E27-A1BD-24931C36162E}" dt="2026-01-28T11:36:40.776" v="104" actId="1035"/>
          <ac:spMkLst>
            <pc:docMk/>
            <pc:sldMk cId="1074688304" sldId="256"/>
            <ac:spMk id="6" creationId="{E9FF9F6E-9897-AC4A-F4EB-1602251E69B0}"/>
          </ac:spMkLst>
        </pc:spChg>
        <pc:spChg chg="add mod">
          <ac:chgData name="Or Forshmit" userId="7c842d5c4cf4431e" providerId="LiveId" clId="{3E18CC7B-CFC1-4E27-A1BD-24931C36162E}" dt="2026-01-28T11:36:40.776" v="104" actId="1035"/>
          <ac:spMkLst>
            <pc:docMk/>
            <pc:sldMk cId="1074688304" sldId="256"/>
            <ac:spMk id="7" creationId="{844ADE07-E398-859F-C2CE-B5009C692F25}"/>
          </ac:spMkLst>
        </pc:spChg>
      </pc:sldChg>
      <pc:sldChg chg="addSp delSp modSp new mod modNotesTx">
        <pc:chgData name="Or Forshmit" userId="7c842d5c4cf4431e" providerId="LiveId" clId="{3E18CC7B-CFC1-4E27-A1BD-24931C36162E}" dt="2026-01-28T23:03:31.683" v="267" actId="14100"/>
        <pc:sldMkLst>
          <pc:docMk/>
          <pc:sldMk cId="1995069692" sldId="257"/>
        </pc:sldMkLst>
        <pc:spChg chg="add mod">
          <ac:chgData name="Or Forshmit" userId="7c842d5c4cf4431e" providerId="LiveId" clId="{3E18CC7B-CFC1-4E27-A1BD-24931C36162E}" dt="2026-01-28T22:52:43.716" v="183" actId="1076"/>
          <ac:spMkLst>
            <pc:docMk/>
            <pc:sldMk cId="1995069692" sldId="257"/>
            <ac:spMk id="8" creationId="{E6FD1694-AF4B-FC23-DC18-3582D2AAE626}"/>
          </ac:spMkLst>
        </pc:spChg>
        <pc:spChg chg="add mod">
          <ac:chgData name="Or Forshmit" userId="7c842d5c4cf4431e" providerId="LiveId" clId="{3E18CC7B-CFC1-4E27-A1BD-24931C36162E}" dt="2026-01-28T22:52:09.700" v="181" actId="1076"/>
          <ac:spMkLst>
            <pc:docMk/>
            <pc:sldMk cId="1995069692" sldId="257"/>
            <ac:spMk id="14" creationId="{B3AF0CA6-89FB-952D-CF1F-AFD6957A5D73}"/>
          </ac:spMkLst>
        </pc:spChg>
        <pc:spChg chg="add mod">
          <ac:chgData name="Or Forshmit" userId="7c842d5c4cf4431e" providerId="LiveId" clId="{3E18CC7B-CFC1-4E27-A1BD-24931C36162E}" dt="2026-01-28T22:52:09.700" v="181" actId="1076"/>
          <ac:spMkLst>
            <pc:docMk/>
            <pc:sldMk cId="1995069692" sldId="257"/>
            <ac:spMk id="17" creationId="{AC855802-1FA8-61E5-C02F-8C83A13718AA}"/>
          </ac:spMkLst>
        </pc:spChg>
        <pc:spChg chg="add mod">
          <ac:chgData name="Or Forshmit" userId="7c842d5c4cf4431e" providerId="LiveId" clId="{3E18CC7B-CFC1-4E27-A1BD-24931C36162E}" dt="2026-01-28T22:57:15.109" v="248" actId="1076"/>
          <ac:spMkLst>
            <pc:docMk/>
            <pc:sldMk cId="1995069692" sldId="257"/>
            <ac:spMk id="30" creationId="{6C360C5F-B0E4-0898-41E5-D52467FBD96A}"/>
          </ac:spMkLst>
        </pc:spChg>
        <pc:spChg chg="add mod">
          <ac:chgData name="Or Forshmit" userId="7c842d5c4cf4431e" providerId="LiveId" clId="{3E18CC7B-CFC1-4E27-A1BD-24931C36162E}" dt="2026-01-28T22:57:21.014" v="250" actId="1076"/>
          <ac:spMkLst>
            <pc:docMk/>
            <pc:sldMk cId="1995069692" sldId="257"/>
            <ac:spMk id="33" creationId="{7A34F55D-F4F9-F33D-1344-29CAE4EB1071}"/>
          </ac:spMkLst>
        </pc:spChg>
        <pc:spChg chg="add mod">
          <ac:chgData name="Or Forshmit" userId="7c842d5c4cf4431e" providerId="LiveId" clId="{3E18CC7B-CFC1-4E27-A1BD-24931C36162E}" dt="2026-01-28T22:57:35.469" v="255" actId="1076"/>
          <ac:spMkLst>
            <pc:docMk/>
            <pc:sldMk cId="1995069692" sldId="257"/>
            <ac:spMk id="34" creationId="{5C1D4211-44DD-EC0C-2AF9-7C5626FF306F}"/>
          </ac:spMkLst>
        </pc:sp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5" creationId="{3E96E585-D0F6-AFA7-2B6D-379CDB39F62A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6" creationId="{5F788372-E4A1-A568-C205-678E40421054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10" creationId="{30B54E99-1752-70BE-D1EC-60D30BE15F84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11" creationId="{62FE35EA-F40C-1CBF-60E6-2FECC212D59F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2" creationId="{041086DF-A99D-D4BA-A97B-3F0E789A77DB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3" creationId="{F64C1CCC-0BD9-7A02-92E8-58BF67292A98}"/>
          </ac:cxnSpMkLst>
        </pc:cxnChg>
        <pc:cxnChg chg="add mod">
          <ac:chgData name="Or Forshmit" userId="7c842d5c4cf4431e" providerId="LiveId" clId="{3E18CC7B-CFC1-4E27-A1BD-24931C36162E}" dt="2026-01-28T22:47:56.190" v="166" actId="1076"/>
          <ac:cxnSpMkLst>
            <pc:docMk/>
            <pc:sldMk cId="1995069692" sldId="257"/>
            <ac:cxnSpMk id="15" creationId="{668621B5-9323-491D-3A01-1EB78C7A6D00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6" creationId="{D364A790-9BB9-03F2-BE84-0E023A4BB39B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8" creationId="{8EA460BD-3665-1F2E-31DA-4CF3043BB802}"/>
          </ac:cxnSpMkLst>
        </pc:cxnChg>
        <pc:cxnChg chg="add mod">
          <ac:chgData name="Or Forshmit" userId="7c842d5c4cf4431e" providerId="LiveId" clId="{3E18CC7B-CFC1-4E27-A1BD-24931C36162E}" dt="2026-01-28T22:50:28.859" v="180" actId="14100"/>
          <ac:cxnSpMkLst>
            <pc:docMk/>
            <pc:sldMk cId="1995069692" sldId="257"/>
            <ac:cxnSpMk id="23" creationId="{20256894-897B-ED3F-DB39-414D903A8A42}"/>
          </ac:cxnSpMkLst>
        </pc:cxnChg>
        <pc:cxnChg chg="add mod">
          <ac:chgData name="Or Forshmit" userId="7c842d5c4cf4431e" providerId="LiveId" clId="{3E18CC7B-CFC1-4E27-A1BD-24931C36162E}" dt="2026-01-28T22:53:51.553" v="185" actId="1076"/>
          <ac:cxnSpMkLst>
            <pc:docMk/>
            <pc:sldMk cId="1995069692" sldId="257"/>
            <ac:cxnSpMk id="28" creationId="{7D7F8446-CD3A-AD2F-6A4A-8749F5F67C1E}"/>
          </ac:cxnSpMkLst>
        </pc:cxnChg>
        <pc:cxnChg chg="add mod">
          <ac:chgData name="Or Forshmit" userId="7c842d5c4cf4431e" providerId="LiveId" clId="{3E18CC7B-CFC1-4E27-A1BD-24931C36162E}" dt="2026-01-28T22:53:51.553" v="185" actId="1076"/>
          <ac:cxnSpMkLst>
            <pc:docMk/>
            <pc:sldMk cId="1995069692" sldId="257"/>
            <ac:cxnSpMk id="29" creationId="{0EC59C41-7B22-F0CC-A618-8AF18AFC3E0C}"/>
          </ac:cxnSpMkLst>
        </pc:cxnChg>
        <pc:cxnChg chg="add mod">
          <ac:chgData name="Or Forshmit" userId="7c842d5c4cf4431e" providerId="LiveId" clId="{3E18CC7B-CFC1-4E27-A1BD-24931C36162E}" dt="2026-01-28T22:57:06.603" v="246" actId="14100"/>
          <ac:cxnSpMkLst>
            <pc:docMk/>
            <pc:sldMk cId="1995069692" sldId="257"/>
            <ac:cxnSpMk id="31" creationId="{593F9D94-EE90-04EB-0566-0C02115718EE}"/>
          </ac:cxnSpMkLst>
        </pc:cxnChg>
        <pc:cxnChg chg="add mod">
          <ac:chgData name="Or Forshmit" userId="7c842d5c4cf4431e" providerId="LiveId" clId="{3E18CC7B-CFC1-4E27-A1BD-24931C36162E}" dt="2026-01-28T22:57:08.952" v="247" actId="14100"/>
          <ac:cxnSpMkLst>
            <pc:docMk/>
            <pc:sldMk cId="1995069692" sldId="257"/>
            <ac:cxnSpMk id="32" creationId="{C9347212-1D03-EDE9-28D4-6509ACF555BF}"/>
          </ac:cxnSpMkLst>
        </pc:cxnChg>
        <pc:cxnChg chg="add mod">
          <ac:chgData name="Or Forshmit" userId="7c842d5c4cf4431e" providerId="LiveId" clId="{3E18CC7B-CFC1-4E27-A1BD-24931C36162E}" dt="2026-01-28T22:58:02.673" v="259" actId="14100"/>
          <ac:cxnSpMkLst>
            <pc:docMk/>
            <pc:sldMk cId="1995069692" sldId="257"/>
            <ac:cxnSpMk id="35" creationId="{D4F139DA-C07E-4F9E-8445-EA58C3C56D96}"/>
          </ac:cxnSpMkLst>
        </pc:cxnChg>
        <pc:cxnChg chg="add mod">
          <ac:chgData name="Or Forshmit" userId="7c842d5c4cf4431e" providerId="LiveId" clId="{3E18CC7B-CFC1-4E27-A1BD-24931C36162E}" dt="2026-01-28T22:58:06.685" v="261" actId="14100"/>
          <ac:cxnSpMkLst>
            <pc:docMk/>
            <pc:sldMk cId="1995069692" sldId="257"/>
            <ac:cxnSpMk id="38" creationId="{8982FD2B-C98E-0CFF-BF0D-079BCB993486}"/>
          </ac:cxnSpMkLst>
        </pc:cxnChg>
        <pc:cxnChg chg="add mod">
          <ac:chgData name="Or Forshmit" userId="7c842d5c4cf4431e" providerId="LiveId" clId="{3E18CC7B-CFC1-4E27-A1BD-24931C36162E}" dt="2026-01-28T22:57:27.213" v="252" actId="1076"/>
          <ac:cxnSpMkLst>
            <pc:docMk/>
            <pc:sldMk cId="1995069692" sldId="257"/>
            <ac:cxnSpMk id="41" creationId="{4C004F0B-936D-231E-BAF3-AB98C90F1B6D}"/>
          </ac:cxnSpMkLst>
        </pc:cxnChg>
        <pc:cxnChg chg="add mod">
          <ac:chgData name="Or Forshmit" userId="7c842d5c4cf4431e" providerId="LiveId" clId="{3E18CC7B-CFC1-4E27-A1BD-24931C36162E}" dt="2026-01-28T22:58:09.843" v="262" actId="14100"/>
          <ac:cxnSpMkLst>
            <pc:docMk/>
            <pc:sldMk cId="1995069692" sldId="257"/>
            <ac:cxnSpMk id="44" creationId="{400B83CF-B47A-C71C-5AD3-3DDCC0D8FAFE}"/>
          </ac:cxnSpMkLst>
        </pc:cxnChg>
        <pc:cxnChg chg="add mod">
          <ac:chgData name="Or Forshmit" userId="7c842d5c4cf4431e" providerId="LiveId" clId="{3E18CC7B-CFC1-4E27-A1BD-24931C36162E}" dt="2026-01-28T22:58:04.354" v="260" actId="14100"/>
          <ac:cxnSpMkLst>
            <pc:docMk/>
            <pc:sldMk cId="1995069692" sldId="257"/>
            <ac:cxnSpMk id="55" creationId="{4E9F279A-01B7-CE04-80E9-0C7F17DE0F95}"/>
          </ac:cxnSpMkLst>
        </pc:cxnChg>
        <pc:cxnChg chg="add mod">
          <ac:chgData name="Or Forshmit" userId="7c842d5c4cf4431e" providerId="LiveId" clId="{3E18CC7B-CFC1-4E27-A1BD-24931C36162E}" dt="2026-01-28T23:03:31.683" v="267" actId="14100"/>
          <ac:cxnSpMkLst>
            <pc:docMk/>
            <pc:sldMk cId="1995069692" sldId="257"/>
            <ac:cxnSpMk id="61" creationId="{551BE9AB-FB7C-6F2D-3949-E44076A4932A}"/>
          </ac:cxnSpMkLst>
        </pc:cxnChg>
      </pc:sldChg>
      <pc:sldChg chg="addSp delSp modSp add mod modNotesTx">
        <pc:chgData name="Or Forshmit" userId="7c842d5c4cf4431e" providerId="LiveId" clId="{3E18CC7B-CFC1-4E27-A1BD-24931C36162E}" dt="2026-01-29T10:17:58.043" v="337" actId="14100"/>
        <pc:sldMkLst>
          <pc:docMk/>
          <pc:sldMk cId="2258803986" sldId="258"/>
        </pc:sldMkLst>
        <pc:spChg chg="add mod">
          <ac:chgData name="Or Forshmit" userId="7c842d5c4cf4431e" providerId="LiveId" clId="{3E18CC7B-CFC1-4E27-A1BD-24931C36162E}" dt="2026-01-29T09:58:51.839" v="293" actId="1076"/>
          <ac:spMkLst>
            <pc:docMk/>
            <pc:sldMk cId="2258803986" sldId="258"/>
            <ac:spMk id="2" creationId="{E91EB8C1-864B-5F2E-C7BA-76DD71ED6480}"/>
          </ac:spMkLst>
        </pc:spChg>
        <pc:spChg chg="add mod">
          <ac:chgData name="Or Forshmit" userId="7c842d5c4cf4431e" providerId="LiveId" clId="{3E18CC7B-CFC1-4E27-A1BD-24931C36162E}" dt="2026-01-29T09:58:52.522" v="294"/>
          <ac:spMkLst>
            <pc:docMk/>
            <pc:sldMk cId="2258803986" sldId="258"/>
            <ac:spMk id="3" creationId="{D52421D5-1DBA-F7EF-C817-DA254AA4112F}"/>
          </ac:spMkLst>
        </pc:spChg>
        <pc:spChg chg="add mod">
          <ac:chgData name="Or Forshmit" userId="7c842d5c4cf4431e" providerId="LiveId" clId="{3E18CC7B-CFC1-4E27-A1BD-24931C36162E}" dt="2026-01-29T09:59:04.567" v="297" actId="1076"/>
          <ac:spMkLst>
            <pc:docMk/>
            <pc:sldMk cId="2258803986" sldId="258"/>
            <ac:spMk id="4" creationId="{7EC7063C-F023-65AF-9670-3F970B32C102}"/>
          </ac:spMkLst>
        </pc:spChg>
        <pc:spChg chg="add mod">
          <ac:chgData name="Or Forshmit" userId="7c842d5c4cf4431e" providerId="LiveId" clId="{3E18CC7B-CFC1-4E27-A1BD-24931C36162E}" dt="2026-01-29T09:59:25.540" v="304" actId="20577"/>
          <ac:spMkLst>
            <pc:docMk/>
            <pc:sldMk cId="2258803986" sldId="258"/>
            <ac:spMk id="7" creationId="{3C9728DC-B9F0-85F8-FD5E-E0F508F5D94B}"/>
          </ac:spMkLst>
        </pc:spChg>
        <pc:spChg chg="add mod">
          <ac:chgData name="Or Forshmit" userId="7c842d5c4cf4431e" providerId="LiveId" clId="{3E18CC7B-CFC1-4E27-A1BD-24931C36162E}" dt="2026-01-29T09:59:29.227" v="307" actId="20577"/>
          <ac:spMkLst>
            <pc:docMk/>
            <pc:sldMk cId="2258803986" sldId="258"/>
            <ac:spMk id="9" creationId="{0D3D48DF-7262-E90A-68FE-E3493DCE07D1}"/>
          </ac:spMkLst>
        </pc:spChg>
        <pc:spChg chg="add mod">
          <ac:chgData name="Or Forshmit" userId="7c842d5c4cf4431e" providerId="LiveId" clId="{3E18CC7B-CFC1-4E27-A1BD-24931C36162E}" dt="2026-01-29T10:15:44.606" v="322" actId="1076"/>
          <ac:spMkLst>
            <pc:docMk/>
            <pc:sldMk cId="2258803986" sldId="258"/>
            <ac:spMk id="12" creationId="{662912A0-2850-9287-ED09-E4D1BB8C1097}"/>
          </ac:spMkLst>
        </pc:spChg>
        <pc:spChg chg="add mod">
          <ac:chgData name="Or Forshmit" userId="7c842d5c4cf4431e" providerId="LiveId" clId="{3E18CC7B-CFC1-4E27-A1BD-24931C36162E}" dt="2026-01-29T10:17:22.773" v="329" actId="1076"/>
          <ac:spMkLst>
            <pc:docMk/>
            <pc:sldMk cId="2258803986" sldId="258"/>
            <ac:spMk id="13" creationId="{B9B7028E-F81B-3A9A-2E43-1B6EF687BE3A}"/>
          </ac:spMkLst>
        </pc:spChg>
        <pc:spChg chg="del">
          <ac:chgData name="Or Forshmit" userId="7c842d5c4cf4431e" providerId="LiveId" clId="{3E18CC7B-CFC1-4E27-A1BD-24931C36162E}" dt="2026-01-29T09:58:14.583" v="270" actId="478"/>
          <ac:spMkLst>
            <pc:docMk/>
            <pc:sldMk cId="2258803986" sldId="258"/>
            <ac:spMk id="14" creationId="{286C9988-5F25-7143-686F-F8BD1D0456D0}"/>
          </ac:spMkLst>
        </pc:spChg>
        <pc:spChg chg="add mod">
          <ac:chgData name="Or Forshmit" userId="7c842d5c4cf4431e" providerId="LiveId" clId="{3E18CC7B-CFC1-4E27-A1BD-24931C36162E}" dt="2026-01-29T10:17:18.079" v="327" actId="1076"/>
          <ac:spMkLst>
            <pc:docMk/>
            <pc:sldMk cId="2258803986" sldId="258"/>
            <ac:spMk id="14" creationId="{F960C091-DE29-617B-748C-BC2BAC7C0A21}"/>
          </ac:spMkLst>
        </pc:spChg>
        <pc:spChg chg="add del mod">
          <ac:chgData name="Or Forshmit" userId="7c842d5c4cf4431e" providerId="LiveId" clId="{3E18CC7B-CFC1-4E27-A1BD-24931C36162E}" dt="2026-01-29T10:11:59.537" v="313" actId="478"/>
          <ac:spMkLst>
            <pc:docMk/>
            <pc:sldMk cId="2258803986" sldId="258"/>
            <ac:spMk id="15" creationId="{92B38E89-670C-5E89-2710-0D854DB62BCD}"/>
          </ac:spMkLst>
        </pc:spChg>
        <pc:spChg chg="add del mod">
          <ac:chgData name="Or Forshmit" userId="7c842d5c4cf4431e" providerId="LiveId" clId="{3E18CC7B-CFC1-4E27-A1BD-24931C36162E}" dt="2026-01-29T10:11:56.473" v="311" actId="478"/>
          <ac:spMkLst>
            <pc:docMk/>
            <pc:sldMk cId="2258803986" sldId="258"/>
            <ac:spMk id="16" creationId="{87B21A3C-C0E3-E75B-750F-18F9FE5083B5}"/>
          </ac:spMkLst>
        </pc:spChg>
        <pc:spChg chg="del">
          <ac:chgData name="Or Forshmit" userId="7c842d5c4cf4431e" providerId="LiveId" clId="{3E18CC7B-CFC1-4E27-A1BD-24931C36162E}" dt="2026-01-29T09:58:14.583" v="270" actId="478"/>
          <ac:spMkLst>
            <pc:docMk/>
            <pc:sldMk cId="2258803986" sldId="258"/>
            <ac:spMk id="17" creationId="{9AFCC0E7-79B3-780A-5C9A-80F03FFD0188}"/>
          </ac:spMkLst>
        </pc:spChg>
        <pc:spChg chg="add del mod">
          <ac:chgData name="Or Forshmit" userId="7c842d5c4cf4431e" providerId="LiveId" clId="{3E18CC7B-CFC1-4E27-A1BD-24931C36162E}" dt="2026-01-29T10:11:58.073" v="312" actId="478"/>
          <ac:spMkLst>
            <pc:docMk/>
            <pc:sldMk cId="2258803986" sldId="258"/>
            <ac:spMk id="17" creationId="{EF572E3D-CA48-8B8F-6C10-F92201B583AC}"/>
          </ac:spMkLst>
        </pc:spChg>
        <pc:spChg chg="add mod">
          <ac:chgData name="Or Forshmit" userId="7c842d5c4cf4431e" providerId="LiveId" clId="{3E18CC7B-CFC1-4E27-A1BD-24931C36162E}" dt="2026-01-29T10:17:28.463" v="330" actId="1076"/>
          <ac:spMkLst>
            <pc:docMk/>
            <pc:sldMk cId="2258803986" sldId="258"/>
            <ac:spMk id="18" creationId="{60A67171-F845-DC2D-205B-DCC7EB0BD5E5}"/>
          </ac:spMkLst>
        </pc:spChg>
        <pc:spChg chg="add mod">
          <ac:chgData name="Or Forshmit" userId="7c842d5c4cf4431e" providerId="LiveId" clId="{3E18CC7B-CFC1-4E27-A1BD-24931C36162E}" dt="2026-01-29T10:17:45.938" v="333" actId="693"/>
          <ac:spMkLst>
            <pc:docMk/>
            <pc:sldMk cId="2258803986" sldId="258"/>
            <ac:spMk id="19" creationId="{2EA823FD-9FA6-6364-E991-F28BBAC3E468}"/>
          </ac:spMkLst>
        </pc:spChg>
        <pc:spChg chg="add mod">
          <ac:chgData name="Or Forshmit" userId="7c842d5c4cf4431e" providerId="LiveId" clId="{3E18CC7B-CFC1-4E27-A1BD-24931C36162E}" dt="2026-01-29T10:17:58.043" v="337" actId="14100"/>
          <ac:spMkLst>
            <pc:docMk/>
            <pc:sldMk cId="2258803986" sldId="258"/>
            <ac:spMk id="20" creationId="{81FA3E40-8463-EF9E-64F9-971B6EA562C6}"/>
          </ac:spMkLst>
        </pc:spChg>
        <pc:spChg chg="del">
          <ac:chgData name="Or Forshmit" userId="7c842d5c4cf4431e" providerId="LiveId" clId="{3E18CC7B-CFC1-4E27-A1BD-24931C36162E}" dt="2026-01-29T09:58:12.458" v="269" actId="478"/>
          <ac:spMkLst>
            <pc:docMk/>
            <pc:sldMk cId="2258803986" sldId="258"/>
            <ac:spMk id="30" creationId="{82092573-BE66-D4DB-91C6-4E7185785739}"/>
          </ac:spMkLst>
        </pc:spChg>
        <pc:spChg chg="del">
          <ac:chgData name="Or Forshmit" userId="7c842d5c4cf4431e" providerId="LiveId" clId="{3E18CC7B-CFC1-4E27-A1BD-24931C36162E}" dt="2026-01-29T09:58:12.458" v="269" actId="478"/>
          <ac:spMkLst>
            <pc:docMk/>
            <pc:sldMk cId="2258803986" sldId="258"/>
            <ac:spMk id="33" creationId="{CC56E2EE-34BC-5E58-2FA9-D1C20EA1C046}"/>
          </ac:spMkLst>
        </pc:spChg>
        <pc:spChg chg="del">
          <ac:chgData name="Or Forshmit" userId="7c842d5c4cf4431e" providerId="LiveId" clId="{3E18CC7B-CFC1-4E27-A1BD-24931C36162E}" dt="2026-01-29T09:58:12.458" v="269" actId="478"/>
          <ac:spMkLst>
            <pc:docMk/>
            <pc:sldMk cId="2258803986" sldId="258"/>
            <ac:spMk id="34" creationId="{DB1F5C8D-1370-2F3E-5C65-7BD7822B67CD}"/>
          </ac:spMkLst>
        </pc:spChg>
        <pc:cxnChg chg="add mod">
          <ac:chgData name="Or Forshmit" userId="7c842d5c4cf4431e" providerId="LiveId" clId="{3E18CC7B-CFC1-4E27-A1BD-24931C36162E}" dt="2026-01-29T10:11:50.370" v="309" actId="1076"/>
          <ac:cxnSpMkLst>
            <pc:docMk/>
            <pc:sldMk cId="2258803986" sldId="258"/>
            <ac:cxnSpMk id="10" creationId="{70D744C5-AA3E-C934-53A8-26F2A89B7B4D}"/>
          </ac:cxnSpMkLst>
        </pc:cxnChg>
        <pc:cxnChg chg="del">
          <ac:chgData name="Or Forshmit" userId="7c842d5c4cf4431e" providerId="LiveId" clId="{3E18CC7B-CFC1-4E27-A1BD-24931C36162E}" dt="2026-01-29T09:58:44.229" v="291" actId="478"/>
          <ac:cxnSpMkLst>
            <pc:docMk/>
            <pc:sldMk cId="2258803986" sldId="258"/>
            <ac:cxnSpMk id="10" creationId="{F749B518-E60D-5038-E816-A71CC054A2A7}"/>
          </ac:cxnSpMkLst>
        </pc:cxnChg>
        <pc:cxnChg chg="add mod">
          <ac:chgData name="Or Forshmit" userId="7c842d5c4cf4431e" providerId="LiveId" clId="{3E18CC7B-CFC1-4E27-A1BD-24931C36162E}" dt="2026-01-29T10:11:50.370" v="309" actId="1076"/>
          <ac:cxnSpMkLst>
            <pc:docMk/>
            <pc:sldMk cId="2258803986" sldId="258"/>
            <ac:cxnSpMk id="11" creationId="{512D2B9A-A46B-2D6A-5CBB-56235B5B95E3}"/>
          </ac:cxnSpMkLst>
        </pc:cxnChg>
        <pc:cxnChg chg="del">
          <ac:chgData name="Or Forshmit" userId="7c842d5c4cf4431e" providerId="LiveId" clId="{3E18CC7B-CFC1-4E27-A1BD-24931C36162E}" dt="2026-01-29T09:58:44.229" v="291" actId="478"/>
          <ac:cxnSpMkLst>
            <pc:docMk/>
            <pc:sldMk cId="2258803986" sldId="258"/>
            <ac:cxnSpMk id="11" creationId="{5C919DDE-216E-13C7-7CEC-BC6CC9EF56D5}"/>
          </ac:cxnSpMkLst>
        </pc:cxnChg>
        <pc:cxnChg chg="del">
          <ac:chgData name="Or Forshmit" userId="7c842d5c4cf4431e" providerId="LiveId" clId="{3E18CC7B-CFC1-4E27-A1BD-24931C36162E}" dt="2026-01-29T09:58:14.583" v="270" actId="478"/>
          <ac:cxnSpMkLst>
            <pc:docMk/>
            <pc:sldMk cId="2258803986" sldId="258"/>
            <ac:cxnSpMk id="12" creationId="{91868F6D-CA1E-5E20-8E19-D962E6C383FE}"/>
          </ac:cxnSpMkLst>
        </pc:cxnChg>
        <pc:cxnChg chg="del">
          <ac:chgData name="Or Forshmit" userId="7c842d5c4cf4431e" providerId="LiveId" clId="{3E18CC7B-CFC1-4E27-A1BD-24931C36162E}" dt="2026-01-29T09:58:14.583" v="270" actId="478"/>
          <ac:cxnSpMkLst>
            <pc:docMk/>
            <pc:sldMk cId="2258803986" sldId="258"/>
            <ac:cxnSpMk id="13" creationId="{F02F9B62-9B25-D117-26C5-C007F5F8B9FC}"/>
          </ac:cxnSpMkLst>
        </pc:cxnChg>
        <pc:cxnChg chg="del">
          <ac:chgData name="Or Forshmit" userId="7c842d5c4cf4431e" providerId="LiveId" clId="{3E18CC7B-CFC1-4E27-A1BD-24931C36162E}" dt="2026-01-29T09:58:14.583" v="270" actId="478"/>
          <ac:cxnSpMkLst>
            <pc:docMk/>
            <pc:sldMk cId="2258803986" sldId="258"/>
            <ac:cxnSpMk id="15" creationId="{2AD57104-E072-E398-6563-10E74A2B38A3}"/>
          </ac:cxnSpMkLst>
        </pc:cxnChg>
        <pc:cxnChg chg="del">
          <ac:chgData name="Or Forshmit" userId="7c842d5c4cf4431e" providerId="LiveId" clId="{3E18CC7B-CFC1-4E27-A1BD-24931C36162E}" dt="2026-01-29T09:58:14.583" v="270" actId="478"/>
          <ac:cxnSpMkLst>
            <pc:docMk/>
            <pc:sldMk cId="2258803986" sldId="258"/>
            <ac:cxnSpMk id="16" creationId="{AF5BB46E-ECC8-70B6-7BFC-0203E08E8A8D}"/>
          </ac:cxnSpMkLst>
        </pc:cxnChg>
        <pc:cxnChg chg="del">
          <ac:chgData name="Or Forshmit" userId="7c842d5c4cf4431e" providerId="LiveId" clId="{3E18CC7B-CFC1-4E27-A1BD-24931C36162E}" dt="2026-01-29T09:58:14.583" v="270" actId="478"/>
          <ac:cxnSpMkLst>
            <pc:docMk/>
            <pc:sldMk cId="2258803986" sldId="258"/>
            <ac:cxnSpMk id="18" creationId="{A6BCCAAD-20ED-EC4D-40B5-CE77C19912BF}"/>
          </ac:cxnSpMkLst>
        </pc:cxnChg>
        <pc:cxnChg chg="del">
          <ac:chgData name="Or Forshmit" userId="7c842d5c4cf4431e" providerId="LiveId" clId="{3E18CC7B-CFC1-4E27-A1BD-24931C36162E}" dt="2026-01-29T09:58:14.583" v="270" actId="478"/>
          <ac:cxnSpMkLst>
            <pc:docMk/>
            <pc:sldMk cId="2258803986" sldId="258"/>
            <ac:cxnSpMk id="23" creationId="{2F3BB4A1-C76E-9F16-A22D-1E06611C3865}"/>
          </ac:cxnSpMkLst>
        </pc:cxnChg>
        <pc:cxnChg chg="del">
          <ac:chgData name="Or Forshmit" userId="7c842d5c4cf4431e" providerId="LiveId" clId="{3E18CC7B-CFC1-4E27-A1BD-24931C36162E}" dt="2026-01-29T09:58:12.458" v="269" actId="478"/>
          <ac:cxnSpMkLst>
            <pc:docMk/>
            <pc:sldMk cId="2258803986" sldId="258"/>
            <ac:cxnSpMk id="28" creationId="{02DACEFD-B0D6-3326-6E3B-C03C7C8C51FA}"/>
          </ac:cxnSpMkLst>
        </pc:cxnChg>
        <pc:cxnChg chg="del">
          <ac:chgData name="Or Forshmit" userId="7c842d5c4cf4431e" providerId="LiveId" clId="{3E18CC7B-CFC1-4E27-A1BD-24931C36162E}" dt="2026-01-29T09:58:12.458" v="269" actId="478"/>
          <ac:cxnSpMkLst>
            <pc:docMk/>
            <pc:sldMk cId="2258803986" sldId="258"/>
            <ac:cxnSpMk id="29" creationId="{BD8A9420-0D13-C500-19B4-51CAE7B51472}"/>
          </ac:cxnSpMkLst>
        </pc:cxnChg>
        <pc:cxnChg chg="del">
          <ac:chgData name="Or Forshmit" userId="7c842d5c4cf4431e" providerId="LiveId" clId="{3E18CC7B-CFC1-4E27-A1BD-24931C36162E}" dt="2026-01-29T09:58:12.458" v="269" actId="478"/>
          <ac:cxnSpMkLst>
            <pc:docMk/>
            <pc:sldMk cId="2258803986" sldId="258"/>
            <ac:cxnSpMk id="31" creationId="{652D9DF3-A9E4-E9BF-DCED-71E703B52D01}"/>
          </ac:cxnSpMkLst>
        </pc:cxnChg>
        <pc:cxnChg chg="del">
          <ac:chgData name="Or Forshmit" userId="7c842d5c4cf4431e" providerId="LiveId" clId="{3E18CC7B-CFC1-4E27-A1BD-24931C36162E}" dt="2026-01-29T09:58:12.458" v="269" actId="478"/>
          <ac:cxnSpMkLst>
            <pc:docMk/>
            <pc:sldMk cId="2258803986" sldId="258"/>
            <ac:cxnSpMk id="32" creationId="{915700FC-ECDB-BE3E-6A83-B0A4C9F731AE}"/>
          </ac:cxnSpMkLst>
        </pc:cxnChg>
        <pc:cxnChg chg="del">
          <ac:chgData name="Or Forshmit" userId="7c842d5c4cf4431e" providerId="LiveId" clId="{3E18CC7B-CFC1-4E27-A1BD-24931C36162E}" dt="2026-01-29T09:58:12.458" v="269" actId="478"/>
          <ac:cxnSpMkLst>
            <pc:docMk/>
            <pc:sldMk cId="2258803986" sldId="258"/>
            <ac:cxnSpMk id="41" creationId="{05246B3D-CA24-D074-BF23-B12D331ACC1A}"/>
          </ac:cxnSpMkLst>
        </pc:cxnChg>
        <pc:cxnChg chg="del">
          <ac:chgData name="Or Forshmit" userId="7c842d5c4cf4431e" providerId="LiveId" clId="{3E18CC7B-CFC1-4E27-A1BD-24931C36162E}" dt="2026-01-29T09:58:12.458" v="269" actId="478"/>
          <ac:cxnSpMkLst>
            <pc:docMk/>
            <pc:sldMk cId="2258803986" sldId="258"/>
            <ac:cxnSpMk id="55" creationId="{9BC00AD5-D0CC-5EAA-C72D-03EC95276EF0}"/>
          </ac:cxnSpMkLst>
        </pc:cxnChg>
        <pc:cxnChg chg="del">
          <ac:chgData name="Or Forshmit" userId="7c842d5c4cf4431e" providerId="LiveId" clId="{3E18CC7B-CFC1-4E27-A1BD-24931C36162E}" dt="2026-01-29T09:58:12.458" v="269" actId="478"/>
          <ac:cxnSpMkLst>
            <pc:docMk/>
            <pc:sldMk cId="2258803986" sldId="258"/>
            <ac:cxnSpMk id="61" creationId="{EA0CAEDF-7F09-2C00-FC45-505F2F13A6EC}"/>
          </ac:cxnSpMkLst>
        </pc:cxnChg>
      </pc:sldChg>
      <pc:sldChg chg="addSp delSp modSp add mod modNotesTx">
        <pc:chgData name="Or Forshmit" userId="7c842d5c4cf4431e" providerId="LiveId" clId="{3E18CC7B-CFC1-4E27-A1BD-24931C36162E}" dt="2026-01-30T16:09:18.989" v="554" actId="1038"/>
        <pc:sldMkLst>
          <pc:docMk/>
          <pc:sldMk cId="2855367001" sldId="259"/>
        </pc:sldMkLst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2" creationId="{39D59231-971E-B95F-4D3C-B8EABFF52340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3" creationId="{AD408BC3-27EA-711D-07A7-21229032017D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4" creationId="{03480C0B-B77B-22FA-B0C4-31B2BD7B6303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7" creationId="{A9EFFD95-0F39-141A-3187-2C843AF41B16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8" creationId="{FDBA7B0C-65A5-4B32-A544-530845AE3652}"/>
          </ac:spMkLst>
        </pc:spChg>
        <pc:spChg chg="del">
          <ac:chgData name="Or Forshmit" userId="7c842d5c4cf4431e" providerId="LiveId" clId="{3E18CC7B-CFC1-4E27-A1BD-24931C36162E}" dt="2026-01-30T16:04:35.382" v="355" actId="478"/>
          <ac:spMkLst>
            <pc:docMk/>
            <pc:sldMk cId="2855367001" sldId="259"/>
            <ac:spMk id="9" creationId="{19BE8C64-788D-3389-6BB3-FCD3233CB737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2" creationId="{4404E2DE-A10A-946B-BC52-7D6AB06F5082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3" creationId="{6C274233-58FA-DF71-2DEA-8133DB7C9C9C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4" creationId="{F2FF2FCC-1A4F-0D2A-5F21-30CB3B3E6BFD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8" creationId="{C74EB911-9DDF-E462-9593-983F96C49541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19" creationId="{2BCAD77A-2765-B524-1FAE-FDA27A5644A9}"/>
          </ac:spMkLst>
        </pc:spChg>
        <pc:spChg chg="del">
          <ac:chgData name="Or Forshmit" userId="7c842d5c4cf4431e" providerId="LiveId" clId="{3E18CC7B-CFC1-4E27-A1BD-24931C36162E}" dt="2026-01-30T16:04:32.670" v="354" actId="478"/>
          <ac:spMkLst>
            <pc:docMk/>
            <pc:sldMk cId="2855367001" sldId="259"/>
            <ac:spMk id="20" creationId="{9DC5FC40-9E48-CD5E-1B63-ED69A4281E1E}"/>
          </ac:spMkLst>
        </pc:spChg>
        <pc:spChg chg="add mod">
          <ac:chgData name="Or Forshmit" userId="7c842d5c4cf4431e" providerId="LiveId" clId="{3E18CC7B-CFC1-4E27-A1BD-24931C36162E}" dt="2026-01-30T16:09:18.989" v="554" actId="1038"/>
          <ac:spMkLst>
            <pc:docMk/>
            <pc:sldMk cId="2855367001" sldId="259"/>
            <ac:spMk id="26" creationId="{11512122-F786-16B1-C7BC-86F66B1AAB52}"/>
          </ac:spMkLst>
        </pc:spChg>
        <pc:spChg chg="add mod">
          <ac:chgData name="Or Forshmit" userId="7c842d5c4cf4431e" providerId="LiveId" clId="{3E18CC7B-CFC1-4E27-A1BD-24931C36162E}" dt="2026-01-30T16:09:18.989" v="554" actId="1038"/>
          <ac:spMkLst>
            <pc:docMk/>
            <pc:sldMk cId="2855367001" sldId="259"/>
            <ac:spMk id="27" creationId="{CB2624AE-4601-F9FF-6BD4-6022A4885553}"/>
          </ac:spMkLst>
        </pc:spChg>
        <pc:cxnChg chg="del">
          <ac:chgData name="Or Forshmit" userId="7c842d5c4cf4431e" providerId="LiveId" clId="{3E18CC7B-CFC1-4E27-A1BD-24931C36162E}" dt="2026-01-30T16:04:32.670" v="354" actId="478"/>
          <ac:cxnSpMkLst>
            <pc:docMk/>
            <pc:sldMk cId="2855367001" sldId="259"/>
            <ac:cxnSpMk id="10" creationId="{FE071629-74ED-BEA2-D35C-7D9A16A7C8B6}"/>
          </ac:cxnSpMkLst>
        </pc:cxnChg>
        <pc:cxnChg chg="del">
          <ac:chgData name="Or Forshmit" userId="7c842d5c4cf4431e" providerId="LiveId" clId="{3E18CC7B-CFC1-4E27-A1BD-24931C36162E}" dt="2026-01-30T16:04:32.670" v="354" actId="478"/>
          <ac:cxnSpMkLst>
            <pc:docMk/>
            <pc:sldMk cId="2855367001" sldId="259"/>
            <ac:cxnSpMk id="11" creationId="{04699B80-3A0A-199A-5D1A-C4AE8B120FE2}"/>
          </ac:cxnSpMkLst>
        </pc:cxnChg>
        <pc:cxnChg chg="add mod">
          <ac:chgData name="Or Forshmit" userId="7c842d5c4cf4431e" providerId="LiveId" clId="{3E18CC7B-CFC1-4E27-A1BD-24931C36162E}" dt="2026-01-30T16:08:50.569" v="509" actId="1076"/>
          <ac:cxnSpMkLst>
            <pc:docMk/>
            <pc:sldMk cId="2855367001" sldId="259"/>
            <ac:cxnSpMk id="16" creationId="{66F98465-231D-7B9E-6F08-4EAF9DB46A8D}"/>
          </ac:cxnSpMkLst>
        </pc:cxnChg>
        <pc:cxnChg chg="add mod">
          <ac:chgData name="Or Forshmit" userId="7c842d5c4cf4431e" providerId="LiveId" clId="{3E18CC7B-CFC1-4E27-A1BD-24931C36162E}" dt="2026-01-30T16:05:13.758" v="366"/>
          <ac:cxnSpMkLst>
            <pc:docMk/>
            <pc:sldMk cId="2855367001" sldId="259"/>
            <ac:cxnSpMk id="17" creationId="{2EC11EF7-F071-DF71-B17A-224D86064477}"/>
          </ac:cxnSpMkLst>
        </pc:cxnChg>
        <pc:cxnChg chg="add mod">
          <ac:chgData name="Or Forshmit" userId="7c842d5c4cf4431e" providerId="LiveId" clId="{3E18CC7B-CFC1-4E27-A1BD-24931C36162E}" dt="2026-01-30T16:05:12.410" v="364"/>
          <ac:cxnSpMkLst>
            <pc:docMk/>
            <pc:sldMk cId="2855367001" sldId="259"/>
            <ac:cxnSpMk id="21" creationId="{BFDAF42F-914F-9D6C-9753-810B3628659F}"/>
          </ac:cxnSpMkLst>
        </pc:cxnChg>
        <pc:cxnChg chg="add del mod">
          <ac:chgData name="Or Forshmit" userId="7c842d5c4cf4431e" providerId="LiveId" clId="{3E18CC7B-CFC1-4E27-A1BD-24931C36162E}" dt="2026-01-30T16:05:32.082" v="433" actId="478"/>
          <ac:cxnSpMkLst>
            <pc:docMk/>
            <pc:sldMk cId="2855367001" sldId="259"/>
            <ac:cxnSpMk id="22" creationId="{1C90ADFB-B48C-95CB-7F7B-39DD760930DA}"/>
          </ac:cxnSpMkLst>
        </pc:cxnChg>
        <pc:cxnChg chg="add del mod">
          <ac:chgData name="Or Forshmit" userId="7c842d5c4cf4431e" providerId="LiveId" clId="{3E18CC7B-CFC1-4E27-A1BD-24931C36162E}" dt="2026-01-30T16:05:34.863" v="434" actId="478"/>
          <ac:cxnSpMkLst>
            <pc:docMk/>
            <pc:sldMk cId="2855367001" sldId="259"/>
            <ac:cxnSpMk id="23" creationId="{54E0BB9A-4375-9920-3AD4-FDF7801CCA7E}"/>
          </ac:cxnSpMkLst>
        </pc:cxnChg>
        <pc:cxnChg chg="add mod">
          <ac:chgData name="Or Forshmit" userId="7c842d5c4cf4431e" providerId="LiveId" clId="{3E18CC7B-CFC1-4E27-A1BD-24931C36162E}" dt="2026-01-30T16:06:06.664" v="478" actId="1036"/>
          <ac:cxnSpMkLst>
            <pc:docMk/>
            <pc:sldMk cId="2855367001" sldId="259"/>
            <ac:cxnSpMk id="24" creationId="{C0E06792-1793-D03F-B800-CF806C59E29B}"/>
          </ac:cxnSpMkLst>
        </pc:cxnChg>
        <pc:cxnChg chg="add mod">
          <ac:chgData name="Or Forshmit" userId="7c842d5c4cf4431e" providerId="LiveId" clId="{3E18CC7B-CFC1-4E27-A1BD-24931C36162E}" dt="2026-01-30T16:07:44.249" v="502" actId="1076"/>
          <ac:cxnSpMkLst>
            <pc:docMk/>
            <pc:sldMk cId="2855367001" sldId="259"/>
            <ac:cxnSpMk id="25" creationId="{109D5E73-1FA7-C937-EC2F-02DEDD8A82C6}"/>
          </ac:cxnSpMkLst>
        </pc:cxnChg>
        <pc:cxnChg chg="add mod">
          <ac:chgData name="Or Forshmit" userId="7c842d5c4cf4431e" providerId="LiveId" clId="{3E18CC7B-CFC1-4E27-A1BD-24931C36162E}" dt="2026-01-30T16:09:05.526" v="548" actId="1036"/>
          <ac:cxnSpMkLst>
            <pc:docMk/>
            <pc:sldMk cId="2855367001" sldId="259"/>
            <ac:cxnSpMk id="28" creationId="{1E24F959-3375-6A4D-9F5F-565EF652A9C3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E6FCBF-32B6-47D0-9AE4-AC041F07E2DD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82491D-C4AE-4DEA-AA61-27B830F6AD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307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3 – שקף 26 – 01:40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419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4 – שקף 30 – 02:24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81502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AD665-8CBB-2373-1198-135CDCC1A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B7193C-F044-1979-C278-4D0CEF50E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C406-CF8D-0FF7-6174-281523567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תרגול 4 – שקף 16 – 00:37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D0927-CF05-ECDC-0CEA-7A6D41BE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5010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6B411-CF63-7A3A-12BD-CB09F58A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1FD600-EF2E-39B6-68E6-98B8754FD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CAB6D9-1951-1FF0-2FD0-5CE71F935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6 – שקף 15 – 01:13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904EE-D423-8CBC-6B9B-A733F9E87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474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99D3-FA6F-1E88-3EB1-E05078281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05F7F1-874A-DCB1-BA7B-D81B18074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3C965-D2C3-CC71-B38F-AD998456E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B78BC-9B62-90E6-6931-D763EFF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EC3A9-34EB-B589-F3D0-EFF06F78C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1338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CA3D-EEAD-8ADF-0EE4-6ECD1E1E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C276B-82BE-5CC5-F6E5-F1FF7DD72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11DB1-605A-A2E5-2FF4-6A8212C7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48097-CB02-CE0B-747D-320521D4F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4089D-AD6C-BEB9-27D3-11A429E16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7153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3CAFC-B28B-29F3-0AD1-B104A94A6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A32E4-F6CD-3D60-8A11-960E0DE4B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F1A50-8609-C660-476A-21C932DC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16479-4BD5-9B5F-54D0-1115A032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5ACFA0-A751-5580-91E2-40069D76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204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6F4B5-7443-5D67-4886-81B959386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96623-9BF8-1F84-C61D-CB305A904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AE0A1E-1964-FE04-BB40-76E6006F0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514CB-D439-2CA8-FD52-95D8F2D48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8C981-6319-B6D3-C5EE-9330889CF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C213A-8D4D-8FC4-D396-C59CFD79F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3853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7C0A2-BDEC-1485-CD54-8FD7DF9AA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E39F8-ACAC-CC17-07F2-82AD98ECA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3425D0-7C61-7765-0290-A664BC80B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A6F7C-3BAE-EFAC-F93A-1BF6B206E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334303-B5EA-E02E-9378-4F532E91A3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0D2E1A-0842-CFE7-C12D-24FF32B9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D7D18D-7392-3A66-1FE7-F22E2AD32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C4DDE-DD37-4D10-64A3-9E3BD0B55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78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A954A-BF73-4133-276C-1E9B35C9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E7702F-3993-3DBF-C99C-B3DEDB2CD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4FC1D3-BE3E-92C1-49EB-3B11BA98E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0D8B9-DE22-8AED-9532-E985816CB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5855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5C9111-6511-3F2D-F401-DDCF8669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49131E-E55B-D49D-4907-87D723DB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5A9EF-2479-5DB4-B135-9C8CB6088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337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A383-A844-A623-A0CA-FF558801B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E43B1-46AE-9510-00FF-A4AF18262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3ED839-0166-55C6-606B-81B41CE4E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84ACD-ED7F-4479-2D7D-FEE37220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F745D0-AC7B-4C35-FA99-215332F4E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252B2-A358-990D-1864-52809D29B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611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F70BB-6CF8-E2CB-5999-95AF9D4C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AEE668-82EF-1385-162E-89151A91F8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6772-E005-E4C5-F7A0-7D5A3454B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4D0C2-29D5-E94C-4548-005C452E9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6E035A-8CDD-0242-A09C-FA5B4568E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184D9-C51A-77FF-7EEC-24A1A30E3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88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ED259-43F6-223B-C8B0-FDBA38B87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BBE3DC-3E41-8808-AD3E-8BEC2591E7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60386-2E53-53B8-6305-6B18B2E9A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522B9-0BFD-76A6-F1C6-979CBB84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24BBB-E2DE-3526-35F9-A69869E5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219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7968-CEE8-F042-55ED-894F742A28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442A8-F237-3EDF-7DB3-DFC368F7AD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D7EE4-D67B-AC22-DCAD-09C779A53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45259-C1C2-8A88-0F6B-F594D7CCA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4E4D2-1328-A9CA-0F47-137198762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785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857C4E-90E9-FC5A-2855-21BE08AF8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C7950D-8336-FC7F-13FB-C532CF6FD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B05C4-3C44-9A7F-B4DB-2172845408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658A5-19D4-4454-889E-14DA804222B5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360A-1AB1-3D75-4927-E93973A539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72386-684A-8D07-3249-CAD9CE33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470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B95C8-58DB-7F56-4147-33A2B094EC2B}"/>
                  </a:ext>
                </a:extLst>
              </p:cNvPr>
              <p:cNvSpPr txBox="1"/>
              <p:nvPr/>
            </p:nvSpPr>
            <p:spPr>
              <a:xfrm>
                <a:off x="3635829" y="1948543"/>
                <a:ext cx="154577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B95C8-58DB-7F56-4147-33A2B094E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829" y="1948543"/>
                <a:ext cx="1545772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4DE8B9-B8A7-EC07-3524-6BA606BCED16}"/>
                  </a:ext>
                </a:extLst>
              </p:cNvPr>
              <p:cNvSpPr txBox="1"/>
              <p:nvPr/>
            </p:nvSpPr>
            <p:spPr>
              <a:xfrm>
                <a:off x="2090057" y="1948543"/>
                <a:ext cx="154577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4DE8B9-B8A7-EC07-3524-6BA606BCE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057" y="1948543"/>
                <a:ext cx="1545772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9FF9F6E-9897-AC4A-F4EB-1602251E69B0}"/>
              </a:ext>
            </a:extLst>
          </p:cNvPr>
          <p:cNvSpPr txBox="1"/>
          <p:nvPr/>
        </p:nvSpPr>
        <p:spPr>
          <a:xfrm>
            <a:off x="2579914" y="2844577"/>
            <a:ext cx="90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Yes</a:t>
            </a:r>
          </a:p>
          <a:p>
            <a:r>
              <a:rPr lang="en-GB" dirty="0"/>
              <a:t>No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4ADE07-E398-859F-C2CE-B5009C692F25}"/>
              </a:ext>
            </a:extLst>
          </p:cNvPr>
          <p:cNvSpPr txBox="1"/>
          <p:nvPr/>
        </p:nvSpPr>
        <p:spPr>
          <a:xfrm>
            <a:off x="4169228" y="2844577"/>
            <a:ext cx="90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</a:t>
            </a:r>
          </a:p>
          <a:p>
            <a:r>
              <a:rPr lang="en-GB" dirty="0"/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1074688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E96E585-D0F6-AFA7-2B6D-379CDB39F62A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788372-E4A1-A568-C205-678E40421054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6FD1694-AF4B-FC23-DC18-3582D2AAE626}"/>
              </a:ext>
            </a:extLst>
          </p:cNvPr>
          <p:cNvSpPr/>
          <p:nvPr/>
        </p:nvSpPr>
        <p:spPr>
          <a:xfrm>
            <a:off x="255161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B54E99-1752-70BE-D1EC-60D30BE15F84}"/>
              </a:ext>
            </a:extLst>
          </p:cNvPr>
          <p:cNvCxnSpPr/>
          <p:nvPr/>
        </p:nvCxnSpPr>
        <p:spPr>
          <a:xfrm>
            <a:off x="1545772" y="1621972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FE35EA-F40C-1CBF-60E6-2FECC212D59F}"/>
              </a:ext>
            </a:extLst>
          </p:cNvPr>
          <p:cNvCxnSpPr/>
          <p:nvPr/>
        </p:nvCxnSpPr>
        <p:spPr>
          <a:xfrm>
            <a:off x="1545772" y="1240972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1086DF-A99D-D4BA-A97B-3F0E789A77DB}"/>
              </a:ext>
            </a:extLst>
          </p:cNvPr>
          <p:cNvCxnSpPr/>
          <p:nvPr/>
        </p:nvCxnSpPr>
        <p:spPr>
          <a:xfrm flipV="1">
            <a:off x="6825343" y="455024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64C1CCC-0BD9-7A02-92E8-58BF67292A98}"/>
              </a:ext>
            </a:extLst>
          </p:cNvPr>
          <p:cNvCxnSpPr>
            <a:cxnSpLocks/>
          </p:cNvCxnSpPr>
          <p:nvPr/>
        </p:nvCxnSpPr>
        <p:spPr>
          <a:xfrm>
            <a:off x="6825343" y="2588624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3AF0CA6-89FB-952D-CF1F-AFD6957A5D73}"/>
              </a:ext>
            </a:extLst>
          </p:cNvPr>
          <p:cNvSpPr/>
          <p:nvPr/>
        </p:nvSpPr>
        <p:spPr>
          <a:xfrm>
            <a:off x="7276010" y="135853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68621B5-9323-491D-3A01-1EB78C7A6D00}"/>
              </a:ext>
            </a:extLst>
          </p:cNvPr>
          <p:cNvCxnSpPr/>
          <p:nvPr/>
        </p:nvCxnSpPr>
        <p:spPr>
          <a:xfrm>
            <a:off x="6270172" y="1576253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64A790-9BB9-03F2-BE84-0E023A4BB39B}"/>
              </a:ext>
            </a:extLst>
          </p:cNvPr>
          <p:cNvCxnSpPr/>
          <p:nvPr/>
        </p:nvCxnSpPr>
        <p:spPr>
          <a:xfrm>
            <a:off x="6270172" y="1195253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C855802-1FA8-61E5-C02F-8C83A13718AA}"/>
              </a:ext>
            </a:extLst>
          </p:cNvPr>
          <p:cNvSpPr/>
          <p:nvPr/>
        </p:nvSpPr>
        <p:spPr>
          <a:xfrm>
            <a:off x="8130541" y="133567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A460BD-3665-1F2E-31DA-4CF3043BB802}"/>
              </a:ext>
            </a:extLst>
          </p:cNvPr>
          <p:cNvCxnSpPr>
            <a:cxnSpLocks/>
          </p:cNvCxnSpPr>
          <p:nvPr/>
        </p:nvCxnSpPr>
        <p:spPr>
          <a:xfrm flipV="1">
            <a:off x="6607629" y="671648"/>
            <a:ext cx="1850572" cy="183206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0256894-897B-ED3F-DB39-414D903A8A42}"/>
              </a:ext>
            </a:extLst>
          </p:cNvPr>
          <p:cNvCxnSpPr>
            <a:cxnSpLocks/>
          </p:cNvCxnSpPr>
          <p:nvPr/>
        </p:nvCxnSpPr>
        <p:spPr>
          <a:xfrm flipH="1" flipV="1">
            <a:off x="7104014" y="671648"/>
            <a:ext cx="1691644" cy="183206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D7F8446-CD3A-AD2F-6A4A-8749F5F67C1E}"/>
              </a:ext>
            </a:extLst>
          </p:cNvPr>
          <p:cNvCxnSpPr/>
          <p:nvPr/>
        </p:nvCxnSpPr>
        <p:spPr>
          <a:xfrm flipV="1">
            <a:off x="2146662" y="33201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EC59C41-7B22-F0CC-A618-8AF18AFC3E0C}"/>
              </a:ext>
            </a:extLst>
          </p:cNvPr>
          <p:cNvCxnSpPr>
            <a:cxnSpLocks/>
          </p:cNvCxnSpPr>
          <p:nvPr/>
        </p:nvCxnSpPr>
        <p:spPr>
          <a:xfrm>
            <a:off x="2146662" y="54537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6C360C5F-B0E4-0898-41E5-D52467FBD96A}"/>
              </a:ext>
            </a:extLst>
          </p:cNvPr>
          <p:cNvSpPr/>
          <p:nvPr/>
        </p:nvSpPr>
        <p:spPr>
          <a:xfrm>
            <a:off x="2452010" y="3924767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93F9D94-EE90-04EB-0566-0C02115718EE}"/>
              </a:ext>
            </a:extLst>
          </p:cNvPr>
          <p:cNvCxnSpPr>
            <a:cxnSpLocks/>
          </p:cNvCxnSpPr>
          <p:nvPr/>
        </p:nvCxnSpPr>
        <p:spPr>
          <a:xfrm>
            <a:off x="1568631" y="5310778"/>
            <a:ext cx="345040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9347212-1D03-EDE9-28D4-6509ACF555BF}"/>
              </a:ext>
            </a:extLst>
          </p:cNvPr>
          <p:cNvCxnSpPr>
            <a:cxnSpLocks/>
          </p:cNvCxnSpPr>
          <p:nvPr/>
        </p:nvCxnSpPr>
        <p:spPr>
          <a:xfrm>
            <a:off x="1568631" y="3690257"/>
            <a:ext cx="345040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A34F55D-F4F9-F33D-1344-29CAE4EB1071}"/>
              </a:ext>
            </a:extLst>
          </p:cNvPr>
          <p:cNvSpPr/>
          <p:nvPr/>
        </p:nvSpPr>
        <p:spPr>
          <a:xfrm>
            <a:off x="3101882" y="5040652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C1D4211-44DD-EC0C-2AF9-7C5626FF306F}"/>
              </a:ext>
            </a:extLst>
          </p:cNvPr>
          <p:cNvSpPr/>
          <p:nvPr/>
        </p:nvSpPr>
        <p:spPr>
          <a:xfrm>
            <a:off x="4389122" y="4488349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F139DA-C07E-4F9E-8445-EA58C3C56D96}"/>
              </a:ext>
            </a:extLst>
          </p:cNvPr>
          <p:cNvCxnSpPr>
            <a:cxnSpLocks/>
          </p:cNvCxnSpPr>
          <p:nvPr/>
        </p:nvCxnSpPr>
        <p:spPr>
          <a:xfrm flipV="1">
            <a:off x="1589053" y="4562220"/>
            <a:ext cx="3353609" cy="63145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2FD2B-C98E-0CFF-BF0D-079BCB993486}"/>
              </a:ext>
            </a:extLst>
          </p:cNvPr>
          <p:cNvCxnSpPr>
            <a:cxnSpLocks/>
          </p:cNvCxnSpPr>
          <p:nvPr/>
        </p:nvCxnSpPr>
        <p:spPr>
          <a:xfrm>
            <a:off x="1552847" y="3919475"/>
            <a:ext cx="3399072" cy="42591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C004F0B-936D-231E-BAF3-AB98C90F1B6D}"/>
              </a:ext>
            </a:extLst>
          </p:cNvPr>
          <p:cNvCxnSpPr>
            <a:cxnSpLocks/>
          </p:cNvCxnSpPr>
          <p:nvPr/>
        </p:nvCxnSpPr>
        <p:spPr>
          <a:xfrm>
            <a:off x="3791229" y="3444604"/>
            <a:ext cx="771796" cy="1937657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0B83CF-B47A-C71C-5AD3-3DDCC0D8FAFE}"/>
              </a:ext>
            </a:extLst>
          </p:cNvPr>
          <p:cNvCxnSpPr>
            <a:cxnSpLocks/>
          </p:cNvCxnSpPr>
          <p:nvPr/>
        </p:nvCxnSpPr>
        <p:spPr>
          <a:xfrm>
            <a:off x="1568631" y="3775167"/>
            <a:ext cx="3358247" cy="114149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E9F279A-01B7-CE04-80E9-0C7F17DE0F95}"/>
              </a:ext>
            </a:extLst>
          </p:cNvPr>
          <p:cNvCxnSpPr>
            <a:cxnSpLocks/>
          </p:cNvCxnSpPr>
          <p:nvPr/>
        </p:nvCxnSpPr>
        <p:spPr>
          <a:xfrm flipV="1">
            <a:off x="1543590" y="4097157"/>
            <a:ext cx="3374031" cy="62995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51BE9AB-FB7C-6F2D-3949-E44076A4932A}"/>
              </a:ext>
            </a:extLst>
          </p:cNvPr>
          <p:cNvCxnSpPr>
            <a:cxnSpLocks/>
          </p:cNvCxnSpPr>
          <p:nvPr/>
        </p:nvCxnSpPr>
        <p:spPr>
          <a:xfrm flipV="1">
            <a:off x="3293835" y="3444604"/>
            <a:ext cx="1241840" cy="186617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069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562E-0AD6-86A0-9325-FCB6EAF46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EC2F423-9D86-F2E9-0607-F020D663AE82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293FE47-4A59-BF05-AA86-034ED497989A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7041A7F9-123B-B335-D471-5F4B54A3C595}"/>
              </a:ext>
            </a:extLst>
          </p:cNvPr>
          <p:cNvSpPr/>
          <p:nvPr/>
        </p:nvSpPr>
        <p:spPr>
          <a:xfrm>
            <a:off x="255161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1EB8C1-864B-5F2E-C7BA-76DD71ED6480}"/>
              </a:ext>
            </a:extLst>
          </p:cNvPr>
          <p:cNvSpPr/>
          <p:nvPr/>
        </p:nvSpPr>
        <p:spPr>
          <a:xfrm>
            <a:off x="3518265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2421D5-1DBA-F7EF-C817-DA254AA4112F}"/>
              </a:ext>
            </a:extLst>
          </p:cNvPr>
          <p:cNvSpPr/>
          <p:nvPr/>
        </p:nvSpPr>
        <p:spPr>
          <a:xfrm>
            <a:off x="448492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C7063C-F023-65AF-9670-3F970B32C102}"/>
              </a:ext>
            </a:extLst>
          </p:cNvPr>
          <p:cNvSpPr txBox="1"/>
          <p:nvPr/>
        </p:nvSpPr>
        <p:spPr>
          <a:xfrm>
            <a:off x="2405743" y="1034925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1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728DC-B9F0-85F8-FD5E-E0F508F5D94B}"/>
              </a:ext>
            </a:extLst>
          </p:cNvPr>
          <p:cNvSpPr txBox="1"/>
          <p:nvPr/>
        </p:nvSpPr>
        <p:spPr>
          <a:xfrm>
            <a:off x="3395251" y="1057784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0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3D48DF-7262-E90A-68FE-E3493DCE07D1}"/>
              </a:ext>
            </a:extLst>
          </p:cNvPr>
          <p:cNvSpPr txBox="1"/>
          <p:nvPr/>
        </p:nvSpPr>
        <p:spPr>
          <a:xfrm>
            <a:off x="4384759" y="1080643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1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0D744C5-AA3E-C934-53A8-26F2A89B7B4D}"/>
              </a:ext>
            </a:extLst>
          </p:cNvPr>
          <p:cNvCxnSpPr/>
          <p:nvPr/>
        </p:nvCxnSpPr>
        <p:spPr>
          <a:xfrm flipV="1">
            <a:off x="2196737" y="3330248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2D2B9A-A46B-2D6A-5CBB-56235B5B95E3}"/>
              </a:ext>
            </a:extLst>
          </p:cNvPr>
          <p:cNvCxnSpPr>
            <a:cxnSpLocks/>
          </p:cNvCxnSpPr>
          <p:nvPr/>
        </p:nvCxnSpPr>
        <p:spPr>
          <a:xfrm>
            <a:off x="2196737" y="5463848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662912A0-2850-9287-ED09-E4D1BB8C1097}"/>
              </a:ext>
            </a:extLst>
          </p:cNvPr>
          <p:cNvSpPr/>
          <p:nvPr/>
        </p:nvSpPr>
        <p:spPr>
          <a:xfrm>
            <a:off x="2405743" y="394622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B7028E-F81B-3A9A-2E43-1B6EF687BE3A}"/>
              </a:ext>
            </a:extLst>
          </p:cNvPr>
          <p:cNvSpPr/>
          <p:nvPr/>
        </p:nvSpPr>
        <p:spPr>
          <a:xfrm>
            <a:off x="2699657" y="507017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960C091-DE29-617B-748C-BC2BAC7C0A21}"/>
              </a:ext>
            </a:extLst>
          </p:cNvPr>
          <p:cNvSpPr/>
          <p:nvPr/>
        </p:nvSpPr>
        <p:spPr>
          <a:xfrm>
            <a:off x="3935173" y="36325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A67171-F845-DC2D-205B-DCC7EB0BD5E5}"/>
              </a:ext>
            </a:extLst>
          </p:cNvPr>
          <p:cNvSpPr/>
          <p:nvPr/>
        </p:nvSpPr>
        <p:spPr>
          <a:xfrm>
            <a:off x="4421788" y="470503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823FD-9FA6-6364-E991-F28BBAC3E468}"/>
              </a:ext>
            </a:extLst>
          </p:cNvPr>
          <p:cNvSpPr/>
          <p:nvPr/>
        </p:nvSpPr>
        <p:spPr>
          <a:xfrm>
            <a:off x="2597329" y="3429000"/>
            <a:ext cx="1526177" cy="193330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FA3E40-8463-EF9E-64F9-971B6EA562C6}"/>
              </a:ext>
            </a:extLst>
          </p:cNvPr>
          <p:cNvSpPr/>
          <p:nvPr/>
        </p:nvSpPr>
        <p:spPr>
          <a:xfrm>
            <a:off x="2294709" y="3801292"/>
            <a:ext cx="2331720" cy="11317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8803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24CE-83FA-3A4E-43CC-51941142F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157B399-1BDF-BC3C-8702-E210B49228F2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1EA056-C3D5-DD7B-349F-EC2A88AD0308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F98465-231D-7B9E-6F08-4EAF9DB46A8D}"/>
              </a:ext>
            </a:extLst>
          </p:cNvPr>
          <p:cNvCxnSpPr/>
          <p:nvPr/>
        </p:nvCxnSpPr>
        <p:spPr>
          <a:xfrm flipH="1">
            <a:off x="598714" y="13062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0E06792-1793-D03F-B800-CF806C59E29B}"/>
              </a:ext>
            </a:extLst>
          </p:cNvPr>
          <p:cNvCxnSpPr/>
          <p:nvPr/>
        </p:nvCxnSpPr>
        <p:spPr>
          <a:xfrm flipH="1">
            <a:off x="751114" y="87085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9D5E73-1FA7-C937-EC2F-02DEDD8A82C6}"/>
              </a:ext>
            </a:extLst>
          </p:cNvPr>
          <p:cNvCxnSpPr/>
          <p:nvPr/>
        </p:nvCxnSpPr>
        <p:spPr>
          <a:xfrm flipH="1">
            <a:off x="903514" y="161108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11512122-F786-16B1-C7BC-86F66B1AAB52}"/>
              </a:ext>
            </a:extLst>
          </p:cNvPr>
          <p:cNvSpPr/>
          <p:nvPr/>
        </p:nvSpPr>
        <p:spPr>
          <a:xfrm>
            <a:off x="3222178" y="2242469"/>
            <a:ext cx="261253" cy="21770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2624AE-4601-F9FF-6BD4-6022A4885553}"/>
              </a:ext>
            </a:extLst>
          </p:cNvPr>
          <p:cNvSpPr txBox="1"/>
          <p:nvPr/>
        </p:nvSpPr>
        <p:spPr>
          <a:xfrm>
            <a:off x="3189521" y="2166654"/>
            <a:ext cx="293910" cy="36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+</a:t>
            </a:r>
            <a:endParaRPr lang="en-GB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24F959-3375-6A4D-9F5F-565EF652A9C3}"/>
              </a:ext>
            </a:extLst>
          </p:cNvPr>
          <p:cNvCxnSpPr>
            <a:cxnSpLocks/>
          </p:cNvCxnSpPr>
          <p:nvPr/>
        </p:nvCxnSpPr>
        <p:spPr>
          <a:xfrm>
            <a:off x="3347354" y="460950"/>
            <a:ext cx="0" cy="175974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5367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42</Words>
  <Application>Microsoft Office PowerPoint</Application>
  <PresentationFormat>Widescreen</PresentationFormat>
  <Paragraphs>18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Or Forshmit</dc:creator>
  <cp:lastModifiedBy>Or Forshmit</cp:lastModifiedBy>
  <cp:revision>1</cp:revision>
  <dcterms:created xsi:type="dcterms:W3CDTF">2026-01-28T11:35:03Z</dcterms:created>
  <dcterms:modified xsi:type="dcterms:W3CDTF">2026-01-30T16:09:28Z</dcterms:modified>
</cp:coreProperties>
</file>